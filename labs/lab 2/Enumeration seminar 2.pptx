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0" r:id="rId5"/>
    <p:sldId id="259" r:id="rId6"/>
    <p:sldId id="262" r:id="rId7"/>
    <p:sldId id="264" r:id="rId8"/>
    <p:sldId id="265" r:id="rId9"/>
    <p:sldId id="266" r:id="rId10"/>
    <p:sldId id="267" r:id="rId11"/>
    <p:sldId id="268" r:id="rId12"/>
    <p:sldId id="26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6E0172-D856-E413-7877-8986FE265A57}" v="234" dt="2025-11-07T11:34:24.360"/>
    <p1510:client id="{ADC58403-0FCF-0CDC-CB02-8E5AC3391465}" v="664" dt="2025-11-07T20:02:02.90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esfaldet Tesfamariam Weldemicheal" userId="S::wete25kq@student.ju.se::1dd8d1bf-189c-4ee6-a478-b72beb22002b" providerId="AD" clId="Web-{ADC58403-0FCF-0CDC-CB02-8E5AC3391465}"/>
    <pc:docChg chg="addSld delSld modSld sldOrd">
      <pc:chgData name="Tesfaldet Tesfamariam Weldemicheal" userId="S::wete25kq@student.ju.se::1dd8d1bf-189c-4ee6-a478-b72beb22002b" providerId="AD" clId="Web-{ADC58403-0FCF-0CDC-CB02-8E5AC3391465}" dt="2025-11-07T20:02:00.689" v="670" actId="20577"/>
      <pc:docMkLst>
        <pc:docMk/>
      </pc:docMkLst>
      <pc:sldChg chg="modSp">
        <pc:chgData name="Tesfaldet Tesfamariam Weldemicheal" userId="S::wete25kq@student.ju.se::1dd8d1bf-189c-4ee6-a478-b72beb22002b" providerId="AD" clId="Web-{ADC58403-0FCF-0CDC-CB02-8E5AC3391465}" dt="2025-11-07T20:02:00.689" v="670" actId="20577"/>
        <pc:sldMkLst>
          <pc:docMk/>
          <pc:sldMk cId="109857222" sldId="256"/>
        </pc:sldMkLst>
        <pc:spChg chg="mod">
          <ac:chgData name="Tesfaldet Tesfamariam Weldemicheal" userId="S::wete25kq@student.ju.se::1dd8d1bf-189c-4ee6-a478-b72beb22002b" providerId="AD" clId="Web-{ADC58403-0FCF-0CDC-CB02-8E5AC3391465}" dt="2025-11-07T20:02:00.689" v="670" actId="20577"/>
          <ac:spMkLst>
            <pc:docMk/>
            <pc:sldMk cId="109857222" sldId="256"/>
            <ac:spMk id="3" creationId="{00000000-0000-0000-0000-000000000000}"/>
          </ac:spMkLst>
        </pc:spChg>
      </pc:sldChg>
      <pc:sldChg chg="addSp delSp modSp">
        <pc:chgData name="Tesfaldet Tesfamariam Weldemicheal" userId="S::wete25kq@student.ju.se::1dd8d1bf-189c-4ee6-a478-b72beb22002b" providerId="AD" clId="Web-{ADC58403-0FCF-0CDC-CB02-8E5AC3391465}" dt="2025-11-07T19:59:36.049" v="663" actId="20577"/>
        <pc:sldMkLst>
          <pc:docMk/>
          <pc:sldMk cId="1823054602" sldId="258"/>
        </pc:sldMkLst>
        <pc:spChg chg="mod">
          <ac:chgData name="Tesfaldet Tesfamariam Weldemicheal" userId="S::wete25kq@student.ju.se::1dd8d1bf-189c-4ee6-a478-b72beb22002b" providerId="AD" clId="Web-{ADC58403-0FCF-0CDC-CB02-8E5AC3391465}" dt="2025-11-07T19:59:36.049" v="663" actId="20577"/>
          <ac:spMkLst>
            <pc:docMk/>
            <pc:sldMk cId="1823054602" sldId="258"/>
            <ac:spMk id="2" creationId="{8E435149-6ADB-347C-DBB1-3071325B8CE3}"/>
          </ac:spMkLst>
        </pc:spChg>
        <pc:picChg chg="del">
          <ac:chgData name="Tesfaldet Tesfamariam Weldemicheal" userId="S::wete25kq@student.ju.se::1dd8d1bf-189c-4ee6-a478-b72beb22002b" providerId="AD" clId="Web-{ADC58403-0FCF-0CDC-CB02-8E5AC3391465}" dt="2025-11-07T18:35:05.577" v="402"/>
          <ac:picMkLst>
            <pc:docMk/>
            <pc:sldMk cId="1823054602" sldId="258"/>
            <ac:picMk id="4" creationId="{FB26173B-C5AB-6B98-79A5-08866CAB1054}"/>
          </ac:picMkLst>
        </pc:picChg>
        <pc:picChg chg="add mod">
          <ac:chgData name="Tesfaldet Tesfamariam Weldemicheal" userId="S::wete25kq@student.ju.se::1dd8d1bf-189c-4ee6-a478-b72beb22002b" providerId="AD" clId="Web-{ADC58403-0FCF-0CDC-CB02-8E5AC3391465}" dt="2025-11-07T18:35:09.968" v="404" actId="1076"/>
          <ac:picMkLst>
            <pc:docMk/>
            <pc:sldMk cId="1823054602" sldId="258"/>
            <ac:picMk id="5" creationId="{D578266E-3802-C2CE-B096-8B7D473A7933}"/>
          </ac:picMkLst>
        </pc:picChg>
      </pc:sldChg>
      <pc:sldChg chg="addSp delSp modSp mod ord setBg">
        <pc:chgData name="Tesfaldet Tesfamariam Weldemicheal" userId="S::wete25kq@student.ju.se::1dd8d1bf-189c-4ee6-a478-b72beb22002b" providerId="AD" clId="Web-{ADC58403-0FCF-0CDC-CB02-8E5AC3391465}" dt="2025-11-07T19:23:48.589" v="453" actId="1076"/>
        <pc:sldMkLst>
          <pc:docMk/>
          <pc:sldMk cId="510265006" sldId="259"/>
        </pc:sldMkLst>
        <pc:spChg chg="mod">
          <ac:chgData name="Tesfaldet Tesfamariam Weldemicheal" userId="S::wete25kq@student.ju.se::1dd8d1bf-189c-4ee6-a478-b72beb22002b" providerId="AD" clId="Web-{ADC58403-0FCF-0CDC-CB02-8E5AC3391465}" dt="2025-11-07T19:19:03.788" v="420"/>
          <ac:spMkLst>
            <pc:docMk/>
            <pc:sldMk cId="510265006" sldId="259"/>
            <ac:spMk id="2" creationId="{233D8EFE-6212-D211-C8C0-22739644FB16}"/>
          </ac:spMkLst>
        </pc:spChg>
        <pc:spChg chg="del">
          <ac:chgData name="Tesfaldet Tesfamariam Weldemicheal" userId="S::wete25kq@student.ju.se::1dd8d1bf-189c-4ee6-a478-b72beb22002b" providerId="AD" clId="Web-{ADC58403-0FCF-0CDC-CB02-8E5AC3391465}" dt="2025-11-07T12:06:00.734" v="0"/>
          <ac:spMkLst>
            <pc:docMk/>
            <pc:sldMk cId="510265006" sldId="259"/>
            <ac:spMk id="6" creationId="{03F95F56-04E4-0556-AE5E-4563C13A301C}"/>
          </ac:spMkLst>
        </pc:spChg>
        <pc:spChg chg="add mod ord">
          <ac:chgData name="Tesfaldet Tesfamariam Weldemicheal" userId="S::wete25kq@student.ju.se::1dd8d1bf-189c-4ee6-a478-b72beb22002b" providerId="AD" clId="Web-{ADC58403-0FCF-0CDC-CB02-8E5AC3391465}" dt="2025-11-07T19:23:23.339" v="449" actId="20577"/>
          <ac:spMkLst>
            <pc:docMk/>
            <pc:sldMk cId="510265006" sldId="259"/>
            <ac:spMk id="7" creationId="{32B2D942-EB73-4D81-0669-CAE330E8037F}"/>
          </ac:spMkLst>
        </pc:spChg>
        <pc:spChg chg="add del">
          <ac:chgData name="Tesfaldet Tesfamariam Weldemicheal" userId="S::wete25kq@student.ju.se::1dd8d1bf-189c-4ee6-a478-b72beb22002b" providerId="AD" clId="Web-{ADC58403-0FCF-0CDC-CB02-8E5AC3391465}" dt="2025-11-07T19:17:15.585" v="411"/>
          <ac:spMkLst>
            <pc:docMk/>
            <pc:sldMk cId="510265006" sldId="259"/>
            <ac:spMk id="9" creationId="{883145EA-CA73-F847-D8D7-21C798883229}"/>
          </ac:spMkLst>
        </pc:spChg>
        <pc:spChg chg="add del">
          <ac:chgData name="Tesfaldet Tesfamariam Weldemicheal" userId="S::wete25kq@student.ju.se::1dd8d1bf-189c-4ee6-a478-b72beb22002b" providerId="AD" clId="Web-{ADC58403-0FCF-0CDC-CB02-8E5AC3391465}" dt="2025-11-07T19:19:03.788" v="420"/>
          <ac:spMkLst>
            <pc:docMk/>
            <pc:sldMk cId="510265006" sldId="259"/>
            <ac:spMk id="12" creationId="{0D7B6173-1D58-48E2-83CF-37350F315F75}"/>
          </ac:spMkLst>
        </pc:spChg>
        <pc:spChg chg="add del">
          <ac:chgData name="Tesfaldet Tesfamariam Weldemicheal" userId="S::wete25kq@student.ju.se::1dd8d1bf-189c-4ee6-a478-b72beb22002b" providerId="AD" clId="Web-{ADC58403-0FCF-0CDC-CB02-8E5AC3391465}" dt="2025-11-07T19:19:03.788" v="420"/>
          <ac:spMkLst>
            <pc:docMk/>
            <pc:sldMk cId="510265006" sldId="259"/>
            <ac:spMk id="14" creationId="{35D813D1-BA6B-40B4-A101-04BB89445561}"/>
          </ac:spMkLst>
        </pc:spChg>
        <pc:spChg chg="add del">
          <ac:chgData name="Tesfaldet Tesfamariam Weldemicheal" userId="S::wete25kq@student.ju.se::1dd8d1bf-189c-4ee6-a478-b72beb22002b" providerId="AD" clId="Web-{ADC58403-0FCF-0CDC-CB02-8E5AC3391465}" dt="2025-11-07T19:19:03.788" v="420"/>
          <ac:spMkLst>
            <pc:docMk/>
            <pc:sldMk cId="510265006" sldId="259"/>
            <ac:spMk id="18" creationId="{21BDEC81-16A7-4451-B893-C15000083B77}"/>
          </ac:spMkLst>
        </pc:spChg>
        <pc:spChg chg="add del">
          <ac:chgData name="Tesfaldet Tesfamariam Weldemicheal" userId="S::wete25kq@student.ju.se::1dd8d1bf-189c-4ee6-a478-b72beb22002b" providerId="AD" clId="Web-{ADC58403-0FCF-0CDC-CB02-8E5AC3391465}" dt="2025-11-07T19:19:03.788" v="420"/>
          <ac:spMkLst>
            <pc:docMk/>
            <pc:sldMk cId="510265006" sldId="259"/>
            <ac:spMk id="20" creationId="{AEA3DFA5-2D7B-4989-8ED7-8321EC114CF1}"/>
          </ac:spMkLst>
        </pc:spChg>
        <pc:spChg chg="add del">
          <ac:chgData name="Tesfaldet Tesfamariam Weldemicheal" userId="S::wete25kq@student.ju.se::1dd8d1bf-189c-4ee6-a478-b72beb22002b" providerId="AD" clId="Web-{ADC58403-0FCF-0CDC-CB02-8E5AC3391465}" dt="2025-11-07T19:19:03.773" v="419"/>
          <ac:spMkLst>
            <pc:docMk/>
            <pc:sldMk cId="510265006" sldId="259"/>
            <ac:spMk id="22" creationId="{A7AE9375-4664-4DB2-922D-2782A6E439AC}"/>
          </ac:spMkLst>
        </pc:spChg>
        <pc:spChg chg="add del">
          <ac:chgData name="Tesfaldet Tesfamariam Weldemicheal" userId="S::wete25kq@student.ju.se::1dd8d1bf-189c-4ee6-a478-b72beb22002b" providerId="AD" clId="Web-{ADC58403-0FCF-0CDC-CB02-8E5AC3391465}" dt="2025-11-07T19:19:03.773" v="419"/>
          <ac:spMkLst>
            <pc:docMk/>
            <pc:sldMk cId="510265006" sldId="259"/>
            <ac:spMk id="24" creationId="{C87417AF-190E-4D6E-AFA6-7D3E84B0B430}"/>
          </ac:spMkLst>
        </pc:spChg>
        <pc:spChg chg="add del">
          <ac:chgData name="Tesfaldet Tesfamariam Weldemicheal" userId="S::wete25kq@student.ju.se::1dd8d1bf-189c-4ee6-a478-b72beb22002b" providerId="AD" clId="Web-{ADC58403-0FCF-0CDC-CB02-8E5AC3391465}" dt="2025-11-07T19:18:26.179" v="415"/>
          <ac:spMkLst>
            <pc:docMk/>
            <pc:sldMk cId="510265006" sldId="259"/>
            <ac:spMk id="25" creationId="{C3896A03-3945-419A-B66B-4EE266EDD152}"/>
          </ac:spMkLst>
        </pc:spChg>
        <pc:spChg chg="add del">
          <ac:chgData name="Tesfaldet Tesfamariam Weldemicheal" userId="S::wete25kq@student.ju.se::1dd8d1bf-189c-4ee6-a478-b72beb22002b" providerId="AD" clId="Web-{ADC58403-0FCF-0CDC-CB02-8E5AC3391465}" dt="2025-11-07T19:18:26.179" v="415"/>
          <ac:spMkLst>
            <pc:docMk/>
            <pc:sldMk cId="510265006" sldId="259"/>
            <ac:spMk id="27" creationId="{B34F5AD2-EDBD-4BBD-A55C-EAFFD0C7097A}"/>
          </ac:spMkLst>
        </pc:spChg>
        <pc:spChg chg="add del">
          <ac:chgData name="Tesfaldet Tesfamariam Weldemicheal" userId="S::wete25kq@student.ju.se::1dd8d1bf-189c-4ee6-a478-b72beb22002b" providerId="AD" clId="Web-{ADC58403-0FCF-0CDC-CB02-8E5AC3391465}" dt="2025-11-07T19:18:26.179" v="415"/>
          <ac:spMkLst>
            <pc:docMk/>
            <pc:sldMk cId="510265006" sldId="259"/>
            <ac:spMk id="29" creationId="{6832F003-FCA6-4CFB-A2EA-308F3AA257D1}"/>
          </ac:spMkLst>
        </pc:spChg>
        <pc:spChg chg="add del">
          <ac:chgData name="Tesfaldet Tesfamariam Weldemicheal" userId="S::wete25kq@student.ju.se::1dd8d1bf-189c-4ee6-a478-b72beb22002b" providerId="AD" clId="Web-{ADC58403-0FCF-0CDC-CB02-8E5AC3391465}" dt="2025-11-07T19:19:03.773" v="419"/>
          <ac:spMkLst>
            <pc:docMk/>
            <pc:sldMk cId="510265006" sldId="259"/>
            <ac:spMk id="31" creationId="{80B30ED8-273E-4C07-8568-2FE5CC5C483D}"/>
          </ac:spMkLst>
        </pc:spChg>
        <pc:spChg chg="add">
          <ac:chgData name="Tesfaldet Tesfamariam Weldemicheal" userId="S::wete25kq@student.ju.se::1dd8d1bf-189c-4ee6-a478-b72beb22002b" providerId="AD" clId="Web-{ADC58403-0FCF-0CDC-CB02-8E5AC3391465}" dt="2025-11-07T19:19:03.788" v="420"/>
          <ac:spMkLst>
            <pc:docMk/>
            <pc:sldMk cId="510265006" sldId="259"/>
            <ac:spMk id="33" creationId="{82095FCE-EF05-4443-B97A-85DEE3A5CA17}"/>
          </ac:spMkLst>
        </pc:spChg>
        <pc:spChg chg="add">
          <ac:chgData name="Tesfaldet Tesfamariam Weldemicheal" userId="S::wete25kq@student.ju.se::1dd8d1bf-189c-4ee6-a478-b72beb22002b" providerId="AD" clId="Web-{ADC58403-0FCF-0CDC-CB02-8E5AC3391465}" dt="2025-11-07T19:19:03.788" v="420"/>
          <ac:spMkLst>
            <pc:docMk/>
            <pc:sldMk cId="510265006" sldId="259"/>
            <ac:spMk id="34" creationId="{115719BB-48A7-4AF4-BB91-DC82E0DF727D}"/>
          </ac:spMkLst>
        </pc:spChg>
        <pc:spChg chg="add">
          <ac:chgData name="Tesfaldet Tesfamariam Weldemicheal" userId="S::wete25kq@student.ju.se::1dd8d1bf-189c-4ee6-a478-b72beb22002b" providerId="AD" clId="Web-{ADC58403-0FCF-0CDC-CB02-8E5AC3391465}" dt="2025-11-07T19:19:03.788" v="420"/>
          <ac:spMkLst>
            <pc:docMk/>
            <pc:sldMk cId="510265006" sldId="259"/>
            <ac:spMk id="35" creationId="{10973A55-5440-4A99-B526-B5812E46271E}"/>
          </ac:spMkLst>
        </pc:spChg>
        <pc:spChg chg="add">
          <ac:chgData name="Tesfaldet Tesfamariam Weldemicheal" userId="S::wete25kq@student.ju.se::1dd8d1bf-189c-4ee6-a478-b72beb22002b" providerId="AD" clId="Web-{ADC58403-0FCF-0CDC-CB02-8E5AC3391465}" dt="2025-11-07T19:19:03.788" v="420"/>
          <ac:spMkLst>
            <pc:docMk/>
            <pc:sldMk cId="510265006" sldId="259"/>
            <ac:spMk id="36" creationId="{A9682493-588A-4D52-98F6-FBBD80C07ECB}"/>
          </ac:spMkLst>
        </pc:spChg>
        <pc:spChg chg="add">
          <ac:chgData name="Tesfaldet Tesfamariam Weldemicheal" userId="S::wete25kq@student.ju.se::1dd8d1bf-189c-4ee6-a478-b72beb22002b" providerId="AD" clId="Web-{ADC58403-0FCF-0CDC-CB02-8E5AC3391465}" dt="2025-11-07T19:19:03.788" v="420"/>
          <ac:spMkLst>
            <pc:docMk/>
            <pc:sldMk cId="510265006" sldId="259"/>
            <ac:spMk id="37" creationId="{FBEC5A7A-ADE4-48D9-B89C-2BA1C9110632}"/>
          </ac:spMkLst>
        </pc:spChg>
        <pc:picChg chg="add mod ord">
          <ac:chgData name="Tesfaldet Tesfamariam Weldemicheal" userId="S::wete25kq@student.ju.se::1dd8d1bf-189c-4ee6-a478-b72beb22002b" providerId="AD" clId="Web-{ADC58403-0FCF-0CDC-CB02-8E5AC3391465}" dt="2025-11-07T19:17:42.929" v="413" actId="14100"/>
          <ac:picMkLst>
            <pc:docMk/>
            <pc:sldMk cId="510265006" sldId="259"/>
            <ac:picMk id="3" creationId="{EF4C9DC4-10ED-AC27-0F53-5EF90E6F3B33}"/>
          </ac:picMkLst>
        </pc:picChg>
        <pc:picChg chg="add del mod">
          <ac:chgData name="Tesfaldet Tesfamariam Weldemicheal" userId="S::wete25kq@student.ju.se::1dd8d1bf-189c-4ee6-a478-b72beb22002b" providerId="AD" clId="Web-{ADC58403-0FCF-0CDC-CB02-8E5AC3391465}" dt="2025-11-07T18:32:21.155" v="396"/>
          <ac:picMkLst>
            <pc:docMk/>
            <pc:sldMk cId="510265006" sldId="259"/>
            <ac:picMk id="4" creationId="{A04EE84D-7543-85DC-A03D-4D54FD82D930}"/>
          </ac:picMkLst>
        </pc:picChg>
        <pc:picChg chg="add del mod ord">
          <ac:chgData name="Tesfaldet Tesfamariam Weldemicheal" userId="S::wete25kq@student.ju.se::1dd8d1bf-189c-4ee6-a478-b72beb22002b" providerId="AD" clId="Web-{ADC58403-0FCF-0CDC-CB02-8E5AC3391465}" dt="2025-11-07T19:18:48.835" v="417"/>
          <ac:picMkLst>
            <pc:docMk/>
            <pc:sldMk cId="510265006" sldId="259"/>
            <ac:picMk id="4" creationId="{C6AD9C02-A7C1-F99C-1F7D-823C345FAFB9}"/>
          </ac:picMkLst>
        </pc:picChg>
        <pc:picChg chg="add mod">
          <ac:chgData name="Tesfaldet Tesfamariam Weldemicheal" userId="S::wete25kq@student.ju.se::1dd8d1bf-189c-4ee6-a478-b72beb22002b" providerId="AD" clId="Web-{ADC58403-0FCF-0CDC-CB02-8E5AC3391465}" dt="2025-11-07T19:23:41.948" v="451" actId="1076"/>
          <ac:picMkLst>
            <pc:docMk/>
            <pc:sldMk cId="510265006" sldId="259"/>
            <ac:picMk id="5" creationId="{37C2911F-0F66-5C12-613C-C47B0D62A0F3}"/>
          </ac:picMkLst>
        </pc:picChg>
        <pc:picChg chg="add mod">
          <ac:chgData name="Tesfaldet Tesfamariam Weldemicheal" userId="S::wete25kq@student.ju.se::1dd8d1bf-189c-4ee6-a478-b72beb22002b" providerId="AD" clId="Web-{ADC58403-0FCF-0CDC-CB02-8E5AC3391465}" dt="2025-11-07T19:23:48.589" v="453" actId="1076"/>
          <ac:picMkLst>
            <pc:docMk/>
            <pc:sldMk cId="510265006" sldId="259"/>
            <ac:picMk id="8" creationId="{A1D770C4-E6EC-DB31-6366-D71385C97838}"/>
          </ac:picMkLst>
        </pc:picChg>
        <pc:picChg chg="add">
          <ac:chgData name="Tesfaldet Tesfamariam Weldemicheal" userId="S::wete25kq@student.ju.se::1dd8d1bf-189c-4ee6-a478-b72beb22002b" providerId="AD" clId="Web-{ADC58403-0FCF-0CDC-CB02-8E5AC3391465}" dt="2025-11-07T18:33:02.530" v="401"/>
          <ac:picMkLst>
            <pc:docMk/>
            <pc:sldMk cId="510265006" sldId="259"/>
            <ac:picMk id="16" creationId="{B0DAC8FB-A162-44E3-A606-C855A03A5B09}"/>
          </ac:picMkLst>
        </pc:picChg>
      </pc:sldChg>
      <pc:sldChg chg="addSp delSp modSp mod setBg">
        <pc:chgData name="Tesfaldet Tesfamariam Weldemicheal" userId="S::wete25kq@student.ju.se::1dd8d1bf-189c-4ee6-a478-b72beb22002b" providerId="AD" clId="Web-{ADC58403-0FCF-0CDC-CB02-8E5AC3391465}" dt="2025-11-07T17:11:15.114" v="157" actId="20577"/>
        <pc:sldMkLst>
          <pc:docMk/>
          <pc:sldMk cId="3619897004" sldId="260"/>
        </pc:sldMkLst>
        <pc:spChg chg="del mod">
          <ac:chgData name="Tesfaldet Tesfamariam Weldemicheal" userId="S::wete25kq@student.ju.se::1dd8d1bf-189c-4ee6-a478-b72beb22002b" providerId="AD" clId="Web-{ADC58403-0FCF-0CDC-CB02-8E5AC3391465}" dt="2025-11-07T16:39:06.326" v="114"/>
          <ac:spMkLst>
            <pc:docMk/>
            <pc:sldMk cId="3619897004" sldId="260"/>
            <ac:spMk id="2" creationId="{EC1F1A82-69A2-181B-2538-A2B52D964356}"/>
          </ac:spMkLst>
        </pc:spChg>
        <pc:spChg chg="add del mod ord">
          <ac:chgData name="Tesfaldet Tesfamariam Weldemicheal" userId="S::wete25kq@student.ju.se::1dd8d1bf-189c-4ee6-a478-b72beb22002b" providerId="AD" clId="Web-{ADC58403-0FCF-0CDC-CB02-8E5AC3391465}" dt="2025-11-07T17:11:15.114" v="157" actId="20577"/>
          <ac:spMkLst>
            <pc:docMk/>
            <pc:sldMk cId="3619897004" sldId="260"/>
            <ac:spMk id="3" creationId="{4EF782DB-5623-D47B-2F1C-697A7A0EBB9F}"/>
          </ac:spMkLst>
        </pc:spChg>
        <pc:spChg chg="add del">
          <ac:chgData name="Tesfaldet Tesfamariam Weldemicheal" userId="S::wete25kq@student.ju.se::1dd8d1bf-189c-4ee6-a478-b72beb22002b" providerId="AD" clId="Web-{ADC58403-0FCF-0CDC-CB02-8E5AC3391465}" dt="2025-11-07T16:38:00.764" v="109"/>
          <ac:spMkLst>
            <pc:docMk/>
            <pc:sldMk cId="3619897004" sldId="260"/>
            <ac:spMk id="10" creationId="{B95B9BA8-1D69-4796-85F5-B6D0BD52354B}"/>
          </ac:spMkLst>
        </pc:spChg>
        <pc:spChg chg="add del">
          <ac:chgData name="Tesfaldet Tesfamariam Weldemicheal" userId="S::wete25kq@student.ju.se::1dd8d1bf-189c-4ee6-a478-b72beb22002b" providerId="AD" clId="Web-{ADC58403-0FCF-0CDC-CB02-8E5AC3391465}" dt="2025-11-07T16:37:46.233" v="99"/>
          <ac:spMkLst>
            <pc:docMk/>
            <pc:sldMk cId="3619897004" sldId="260"/>
            <ac:spMk id="12" creationId="{352BEC0E-22F8-46D0-9632-375DB541B06C}"/>
          </ac:spMkLst>
        </pc:spChg>
        <pc:spChg chg="add del">
          <ac:chgData name="Tesfaldet Tesfamariam Weldemicheal" userId="S::wete25kq@student.ju.se::1dd8d1bf-189c-4ee6-a478-b72beb22002b" providerId="AD" clId="Web-{ADC58403-0FCF-0CDC-CB02-8E5AC3391465}" dt="2025-11-07T16:36:01.888" v="85"/>
          <ac:spMkLst>
            <pc:docMk/>
            <pc:sldMk cId="3619897004" sldId="260"/>
            <ac:spMk id="13" creationId="{A7AE9375-4664-4DB2-922D-2782A6E439AC}"/>
          </ac:spMkLst>
        </pc:spChg>
        <pc:spChg chg="add del">
          <ac:chgData name="Tesfaldet Tesfamariam Weldemicheal" userId="S::wete25kq@student.ju.se::1dd8d1bf-189c-4ee6-a478-b72beb22002b" providerId="AD" clId="Web-{ADC58403-0FCF-0CDC-CB02-8E5AC3391465}" dt="2025-11-07T16:37:46.233" v="99"/>
          <ac:spMkLst>
            <pc:docMk/>
            <pc:sldMk cId="3619897004" sldId="260"/>
            <ac:spMk id="14" creationId="{3FCFB1DE-0B7E-48CC-BA90-B2AB0889F9D6}"/>
          </ac:spMkLst>
        </pc:spChg>
        <pc:spChg chg="add del">
          <ac:chgData name="Tesfaldet Tesfamariam Weldemicheal" userId="S::wete25kq@student.ju.se::1dd8d1bf-189c-4ee6-a478-b72beb22002b" providerId="AD" clId="Web-{ADC58403-0FCF-0CDC-CB02-8E5AC3391465}" dt="2025-11-07T16:36:01.888" v="85"/>
          <ac:spMkLst>
            <pc:docMk/>
            <pc:sldMk cId="3619897004" sldId="260"/>
            <ac:spMk id="17" creationId="{C87417AF-190E-4D6E-AFA6-7D3E84B0B430}"/>
          </ac:spMkLst>
        </pc:spChg>
        <pc:spChg chg="add del">
          <ac:chgData name="Tesfaldet Tesfamariam Weldemicheal" userId="S::wete25kq@student.ju.se::1dd8d1bf-189c-4ee6-a478-b72beb22002b" providerId="AD" clId="Web-{ADC58403-0FCF-0CDC-CB02-8E5AC3391465}" dt="2025-11-07T16:36:01.888" v="85"/>
          <ac:spMkLst>
            <pc:docMk/>
            <pc:sldMk cId="3619897004" sldId="260"/>
            <ac:spMk id="19" creationId="{80B30ED8-273E-4C07-8568-2FE5CC5C483D}"/>
          </ac:spMkLst>
        </pc:spChg>
        <pc:graphicFrameChg chg="add del">
          <ac:chgData name="Tesfaldet Tesfamariam Weldemicheal" userId="S::wete25kq@student.ju.se::1dd8d1bf-189c-4ee6-a478-b72beb22002b" providerId="AD" clId="Web-{ADC58403-0FCF-0CDC-CB02-8E5AC3391465}" dt="2025-11-07T16:35:55.466" v="75"/>
          <ac:graphicFrameMkLst>
            <pc:docMk/>
            <pc:sldMk cId="3619897004" sldId="260"/>
            <ac:graphicFrameMk id="21" creationId="{CD8F4B74-F416-BC98-4F0B-1F009DB30D7D}"/>
          </ac:graphicFrameMkLst>
        </pc:graphicFrameChg>
        <pc:picChg chg="del mod">
          <ac:chgData name="Tesfaldet Tesfamariam Weldemicheal" userId="S::wete25kq@student.ju.se::1dd8d1bf-189c-4ee6-a478-b72beb22002b" providerId="AD" clId="Web-{ADC58403-0FCF-0CDC-CB02-8E5AC3391465}" dt="2025-11-07T16:27:15.577" v="8"/>
          <ac:picMkLst>
            <pc:docMk/>
            <pc:sldMk cId="3619897004" sldId="260"/>
            <ac:picMk id="4" creationId="{4A3311F4-AFD6-05A2-A437-5929972A4783}"/>
          </ac:picMkLst>
        </pc:picChg>
        <pc:picChg chg="del">
          <ac:chgData name="Tesfaldet Tesfamariam Weldemicheal" userId="S::wete25kq@student.ju.se::1dd8d1bf-189c-4ee6-a478-b72beb22002b" providerId="AD" clId="Web-{ADC58403-0FCF-0CDC-CB02-8E5AC3391465}" dt="2025-11-07T16:28:12.592" v="10"/>
          <ac:picMkLst>
            <pc:docMk/>
            <pc:sldMk cId="3619897004" sldId="260"/>
            <ac:picMk id="5" creationId="{B9DC0DEB-9B8D-341B-9DDF-6B37390932EE}"/>
          </ac:picMkLst>
        </pc:picChg>
        <pc:picChg chg="add mod ord">
          <ac:chgData name="Tesfaldet Tesfamariam Weldemicheal" userId="S::wete25kq@student.ju.se::1dd8d1bf-189c-4ee6-a478-b72beb22002b" providerId="AD" clId="Web-{ADC58403-0FCF-0CDC-CB02-8E5AC3391465}" dt="2025-11-07T17:11:03.614" v="154" actId="14100"/>
          <ac:picMkLst>
            <pc:docMk/>
            <pc:sldMk cId="3619897004" sldId="260"/>
            <ac:picMk id="6" creationId="{22A987DD-99C9-36F3-D98F-6BD2A1AABD6E}"/>
          </ac:picMkLst>
        </pc:picChg>
        <pc:picChg chg="add del mod">
          <ac:chgData name="Tesfaldet Tesfamariam Weldemicheal" userId="S::wete25kq@student.ju.se::1dd8d1bf-189c-4ee6-a478-b72beb22002b" providerId="AD" clId="Web-{ADC58403-0FCF-0CDC-CB02-8E5AC3391465}" dt="2025-11-07T16:33:42.997" v="57"/>
          <ac:picMkLst>
            <pc:docMk/>
            <pc:sldMk cId="3619897004" sldId="260"/>
            <ac:picMk id="7" creationId="{6D4B342B-5BB1-14FA-734C-3A9443F915BB}"/>
          </ac:picMkLst>
        </pc:picChg>
        <pc:picChg chg="add del mod">
          <ac:chgData name="Tesfaldet Tesfamariam Weldemicheal" userId="S::wete25kq@student.ju.se::1dd8d1bf-189c-4ee6-a478-b72beb22002b" providerId="AD" clId="Web-{ADC58403-0FCF-0CDC-CB02-8E5AC3391465}" dt="2025-11-07T16:45:42.029" v="119"/>
          <ac:picMkLst>
            <pc:docMk/>
            <pc:sldMk cId="3619897004" sldId="260"/>
            <ac:picMk id="8" creationId="{2DA46528-250A-E958-6718-598CA111CC17}"/>
          </ac:picMkLst>
        </pc:picChg>
        <pc:picChg chg="add del mod">
          <ac:chgData name="Tesfaldet Tesfamariam Weldemicheal" userId="S::wete25kq@student.ju.se::1dd8d1bf-189c-4ee6-a478-b72beb22002b" providerId="AD" clId="Web-{ADC58403-0FCF-0CDC-CB02-8E5AC3391465}" dt="2025-11-07T16:46:26.810" v="124"/>
          <ac:picMkLst>
            <pc:docMk/>
            <pc:sldMk cId="3619897004" sldId="260"/>
            <ac:picMk id="64" creationId="{3E7B3090-18F8-7335-D2BB-789352B3BE34}"/>
          </ac:picMkLst>
        </pc:picChg>
        <pc:picChg chg="add mod">
          <ac:chgData name="Tesfaldet Tesfamariam Weldemicheal" userId="S::wete25kq@student.ju.se::1dd8d1bf-189c-4ee6-a478-b72beb22002b" providerId="AD" clId="Web-{ADC58403-0FCF-0CDC-CB02-8E5AC3391465}" dt="2025-11-07T16:53:17.627" v="149" actId="1076"/>
          <ac:picMkLst>
            <pc:docMk/>
            <pc:sldMk cId="3619897004" sldId="260"/>
            <ac:picMk id="65" creationId="{5B4D4DDF-8E91-DEBC-E202-FFFFD21631EB}"/>
          </ac:picMkLst>
        </pc:picChg>
        <pc:picChg chg="add mod">
          <ac:chgData name="Tesfaldet Tesfamariam Weldemicheal" userId="S::wete25kq@student.ju.se::1dd8d1bf-189c-4ee6-a478-b72beb22002b" providerId="AD" clId="Web-{ADC58403-0FCF-0CDC-CB02-8E5AC3391465}" dt="2025-11-07T16:53:20.127" v="150" actId="1076"/>
          <ac:picMkLst>
            <pc:docMk/>
            <pc:sldMk cId="3619897004" sldId="260"/>
            <ac:picMk id="66" creationId="{4D22DE88-A276-CA6B-0F80-EA5720FB6A8A}"/>
          </ac:picMkLst>
        </pc:picChg>
        <pc:cxnChg chg="add del">
          <ac:chgData name="Tesfaldet Tesfamariam Weldemicheal" userId="S::wete25kq@student.ju.se::1dd8d1bf-189c-4ee6-a478-b72beb22002b" providerId="AD" clId="Web-{ADC58403-0FCF-0CDC-CB02-8E5AC3391465}" dt="2025-11-07T16:36:01.888" v="85"/>
          <ac:cxnSpMkLst>
            <pc:docMk/>
            <pc:sldMk cId="3619897004" sldId="260"/>
            <ac:cxnSpMk id="15" creationId="{EE504C98-6397-41C1-A8D8-2D9C4ED307E0}"/>
          </ac:cxnSpMkLst>
        </pc:cxnChg>
      </pc:sldChg>
      <pc:sldChg chg="addSp delSp modSp new del ord">
        <pc:chgData name="Tesfaldet Tesfamariam Weldemicheal" userId="S::wete25kq@student.ju.se::1dd8d1bf-189c-4ee6-a478-b72beb22002b" providerId="AD" clId="Web-{ADC58403-0FCF-0CDC-CB02-8E5AC3391465}" dt="2025-11-07T19:23:55.745" v="454"/>
        <pc:sldMkLst>
          <pc:docMk/>
          <pc:sldMk cId="4246393905" sldId="261"/>
        </pc:sldMkLst>
        <pc:spChg chg="del">
          <ac:chgData name="Tesfaldet Tesfamariam Weldemicheal" userId="S::wete25kq@student.ju.se::1dd8d1bf-189c-4ee6-a478-b72beb22002b" providerId="AD" clId="Web-{ADC58403-0FCF-0CDC-CB02-8E5AC3391465}" dt="2025-11-07T12:14:23.892" v="3"/>
          <ac:spMkLst>
            <pc:docMk/>
            <pc:sldMk cId="4246393905" sldId="261"/>
            <ac:spMk id="3" creationId="{F16058A9-53F3-2542-2455-477E22A473B9}"/>
          </ac:spMkLst>
        </pc:spChg>
        <pc:spChg chg="add del mod">
          <ac:chgData name="Tesfaldet Tesfamariam Weldemicheal" userId="S::wete25kq@student.ju.se::1dd8d1bf-189c-4ee6-a478-b72beb22002b" providerId="AD" clId="Web-{ADC58403-0FCF-0CDC-CB02-8E5AC3391465}" dt="2025-11-07T18:04:54.917" v="275"/>
          <ac:spMkLst>
            <pc:docMk/>
            <pc:sldMk cId="4246393905" sldId="261"/>
            <ac:spMk id="5" creationId="{351309A3-EC72-F5F5-F943-B410DDD207F1}"/>
          </ac:spMkLst>
        </pc:spChg>
        <pc:spChg chg="add del mod">
          <ac:chgData name="Tesfaldet Tesfamariam Weldemicheal" userId="S::wete25kq@student.ju.se::1dd8d1bf-189c-4ee6-a478-b72beb22002b" providerId="AD" clId="Web-{ADC58403-0FCF-0CDC-CB02-8E5AC3391465}" dt="2025-11-07T19:18:44.569" v="416"/>
          <ac:spMkLst>
            <pc:docMk/>
            <pc:sldMk cId="4246393905" sldId="261"/>
            <ac:spMk id="5" creationId="{F2E33E29-E75C-44AD-1092-9567685BD039}"/>
          </ac:spMkLst>
        </pc:spChg>
        <pc:spChg chg="add del mod">
          <ac:chgData name="Tesfaldet Tesfamariam Weldemicheal" userId="S::wete25kq@student.ju.se::1dd8d1bf-189c-4ee6-a478-b72beb22002b" providerId="AD" clId="Web-{ADC58403-0FCF-0CDC-CB02-8E5AC3391465}" dt="2025-11-07T18:54:49.489" v="405"/>
          <ac:spMkLst>
            <pc:docMk/>
            <pc:sldMk cId="4246393905" sldId="261"/>
            <ac:spMk id="8" creationId="{5A51247A-E6CE-AF9B-CF28-A9C7F91D5C2F}"/>
          </ac:spMkLst>
        </pc:spChg>
        <pc:spChg chg="add mod">
          <ac:chgData name="Tesfaldet Tesfamariam Weldemicheal" userId="S::wete25kq@student.ju.se::1dd8d1bf-189c-4ee6-a478-b72beb22002b" providerId="AD" clId="Web-{ADC58403-0FCF-0CDC-CB02-8E5AC3391465}" dt="2025-11-07T19:23:38.089" v="450"/>
          <ac:spMkLst>
            <pc:docMk/>
            <pc:sldMk cId="4246393905" sldId="261"/>
            <ac:spMk id="8" creationId="{85B60FE0-5C5C-FF6C-E9A4-E7828AAEE6B5}"/>
          </ac:spMkLst>
        </pc:spChg>
        <pc:picChg chg="add del mod ord">
          <ac:chgData name="Tesfaldet Tesfamariam Weldemicheal" userId="S::wete25kq@student.ju.se::1dd8d1bf-189c-4ee6-a478-b72beb22002b" providerId="AD" clId="Web-{ADC58403-0FCF-0CDC-CB02-8E5AC3391465}" dt="2025-11-07T19:17:11.038" v="410"/>
          <ac:picMkLst>
            <pc:docMk/>
            <pc:sldMk cId="4246393905" sldId="261"/>
            <ac:picMk id="3" creationId="{B265590C-F3F4-FFB0-AF23-1439094652A2}"/>
          </ac:picMkLst>
        </pc:picChg>
        <pc:picChg chg="add del mod ord">
          <ac:chgData name="Tesfaldet Tesfamariam Weldemicheal" userId="S::wete25kq@student.ju.se::1dd8d1bf-189c-4ee6-a478-b72beb22002b" providerId="AD" clId="Web-{ADC58403-0FCF-0CDC-CB02-8E5AC3391465}" dt="2025-11-07T18:03:50.214" v="271"/>
          <ac:picMkLst>
            <pc:docMk/>
            <pc:sldMk cId="4246393905" sldId="261"/>
            <ac:picMk id="4" creationId="{6CBD208E-F1D3-4A25-7A83-A4986AC823E5}"/>
          </ac:picMkLst>
        </pc:picChg>
        <pc:picChg chg="add del mod ord">
          <ac:chgData name="Tesfaldet Tesfamariam Weldemicheal" userId="S::wete25kq@student.ju.se::1dd8d1bf-189c-4ee6-a478-b72beb22002b" providerId="AD" clId="Web-{ADC58403-0FCF-0CDC-CB02-8E5AC3391465}" dt="2025-11-07T19:23:38.089" v="450"/>
          <ac:picMkLst>
            <pc:docMk/>
            <pc:sldMk cId="4246393905" sldId="261"/>
            <ac:picMk id="6" creationId="{26745913-FC2E-6540-DEBE-C0747A29C8F5}"/>
          </ac:picMkLst>
        </pc:picChg>
        <pc:picChg chg="add del mod ord">
          <ac:chgData name="Tesfaldet Tesfamariam Weldemicheal" userId="S::wete25kq@student.ju.se::1dd8d1bf-189c-4ee6-a478-b72beb22002b" providerId="AD" clId="Web-{ADC58403-0FCF-0CDC-CB02-8E5AC3391465}" dt="2025-11-07T18:31:32.859" v="392"/>
          <ac:picMkLst>
            <pc:docMk/>
            <pc:sldMk cId="4246393905" sldId="261"/>
            <ac:picMk id="6" creationId="{AE576A66-3084-42FC-1BF5-D7DA9669B967}"/>
          </ac:picMkLst>
        </pc:picChg>
      </pc:sldChg>
      <pc:sldChg chg="addSp delSp modSp new">
        <pc:chgData name="Tesfaldet Tesfamariam Weldemicheal" userId="S::wete25kq@student.ju.se::1dd8d1bf-189c-4ee6-a478-b72beb22002b" providerId="AD" clId="Web-{ADC58403-0FCF-0CDC-CB02-8E5AC3391465}" dt="2025-11-07T19:59:29.845" v="662" actId="20577"/>
        <pc:sldMkLst>
          <pc:docMk/>
          <pc:sldMk cId="3518631368" sldId="262"/>
        </pc:sldMkLst>
        <pc:spChg chg="mod">
          <ac:chgData name="Tesfaldet Tesfamariam Weldemicheal" userId="S::wete25kq@student.ju.se::1dd8d1bf-189c-4ee6-a478-b72beb22002b" providerId="AD" clId="Web-{ADC58403-0FCF-0CDC-CB02-8E5AC3391465}" dt="2025-11-07T19:59:29.845" v="662" actId="20577"/>
          <ac:spMkLst>
            <pc:docMk/>
            <pc:sldMk cId="3518631368" sldId="262"/>
            <ac:spMk id="2" creationId="{C23C37AE-3837-9A47-DE05-79728E911258}"/>
          </ac:spMkLst>
        </pc:spChg>
        <pc:spChg chg="mod">
          <ac:chgData name="Tesfaldet Tesfamariam Weldemicheal" userId="S::wete25kq@student.ju.se::1dd8d1bf-189c-4ee6-a478-b72beb22002b" providerId="AD" clId="Web-{ADC58403-0FCF-0CDC-CB02-8E5AC3391465}" dt="2025-11-07T18:09:18.573" v="305" actId="20577"/>
          <ac:spMkLst>
            <pc:docMk/>
            <pc:sldMk cId="3518631368" sldId="262"/>
            <ac:spMk id="3" creationId="{E6AA48E1-FD00-8EC5-A420-104CE7F84A9F}"/>
          </ac:spMkLst>
        </pc:spChg>
        <pc:picChg chg="add del mod">
          <ac:chgData name="Tesfaldet Tesfamariam Weldemicheal" userId="S::wete25kq@student.ju.se::1dd8d1bf-189c-4ee6-a478-b72beb22002b" providerId="AD" clId="Web-{ADC58403-0FCF-0CDC-CB02-8E5AC3391465}" dt="2025-11-07T17:26:07.273" v="181"/>
          <ac:picMkLst>
            <pc:docMk/>
            <pc:sldMk cId="3518631368" sldId="262"/>
            <ac:picMk id="4" creationId="{2D89557B-000B-75F4-893A-0E5AB31B020C}"/>
          </ac:picMkLst>
        </pc:picChg>
        <pc:picChg chg="add mod">
          <ac:chgData name="Tesfaldet Tesfamariam Weldemicheal" userId="S::wete25kq@student.ju.se::1dd8d1bf-189c-4ee6-a478-b72beb22002b" providerId="AD" clId="Web-{ADC58403-0FCF-0CDC-CB02-8E5AC3391465}" dt="2025-11-07T18:09:21.354" v="306" actId="14100"/>
          <ac:picMkLst>
            <pc:docMk/>
            <pc:sldMk cId="3518631368" sldId="262"/>
            <ac:picMk id="4" creationId="{DD0A6101-C527-DC91-A0BB-E6113B6BCD32}"/>
          </ac:picMkLst>
        </pc:picChg>
        <pc:picChg chg="add mod">
          <ac:chgData name="Tesfaldet Tesfamariam Weldemicheal" userId="S::wete25kq@student.ju.se::1dd8d1bf-189c-4ee6-a478-b72beb22002b" providerId="AD" clId="Web-{ADC58403-0FCF-0CDC-CB02-8E5AC3391465}" dt="2025-11-07T17:26:20.429" v="185" actId="1076"/>
          <ac:picMkLst>
            <pc:docMk/>
            <pc:sldMk cId="3518631368" sldId="262"/>
            <ac:picMk id="5" creationId="{A46F7CD3-5F98-1546-DF7F-FC0700989122}"/>
          </ac:picMkLst>
        </pc:picChg>
      </pc:sldChg>
      <pc:sldChg chg="addSp delSp modSp new del ord">
        <pc:chgData name="Tesfaldet Tesfamariam Weldemicheal" userId="S::wete25kq@student.ju.se::1dd8d1bf-189c-4ee6-a478-b72beb22002b" providerId="AD" clId="Web-{ADC58403-0FCF-0CDC-CB02-8E5AC3391465}" dt="2025-11-07T19:24:53.026" v="457"/>
        <pc:sldMkLst>
          <pc:docMk/>
          <pc:sldMk cId="3525769731" sldId="263"/>
        </pc:sldMkLst>
        <pc:spChg chg="del">
          <ac:chgData name="Tesfaldet Tesfamariam Weldemicheal" userId="S::wete25kq@student.ju.se::1dd8d1bf-189c-4ee6-a478-b72beb22002b" providerId="AD" clId="Web-{ADC58403-0FCF-0CDC-CB02-8E5AC3391465}" dt="2025-11-07T17:46:07.712" v="187"/>
          <ac:spMkLst>
            <pc:docMk/>
            <pc:sldMk cId="3525769731" sldId="263"/>
            <ac:spMk id="3" creationId="{B4ADBF48-208F-1AF7-604F-157F8B7201B9}"/>
          </ac:spMkLst>
        </pc:spChg>
        <pc:spChg chg="add del mod">
          <ac:chgData name="Tesfaldet Tesfamariam Weldemicheal" userId="S::wete25kq@student.ju.se::1dd8d1bf-189c-4ee6-a478-b72beb22002b" providerId="AD" clId="Web-{ADC58403-0FCF-0CDC-CB02-8E5AC3391465}" dt="2025-11-07T18:16:25.343" v="321"/>
          <ac:spMkLst>
            <pc:docMk/>
            <pc:sldMk cId="3525769731" sldId="263"/>
            <ac:spMk id="6" creationId="{551A4194-1BA4-4E5E-BA21-F65E712D1287}"/>
          </ac:spMkLst>
        </pc:spChg>
        <pc:picChg chg="add del mod ord">
          <ac:chgData name="Tesfaldet Tesfamariam Weldemicheal" userId="S::wete25kq@student.ju.se::1dd8d1bf-189c-4ee6-a478-b72beb22002b" providerId="AD" clId="Web-{ADC58403-0FCF-0CDC-CB02-8E5AC3391465}" dt="2025-11-07T18:05:08.808" v="276"/>
          <ac:picMkLst>
            <pc:docMk/>
            <pc:sldMk cId="3525769731" sldId="263"/>
            <ac:picMk id="4" creationId="{CD3AD04F-1089-C982-FB0A-EAC625CE48C5}"/>
          </ac:picMkLst>
        </pc:picChg>
        <pc:picChg chg="add mod ord">
          <ac:chgData name="Tesfaldet Tesfamariam Weldemicheal" userId="S::wete25kq@student.ju.se::1dd8d1bf-189c-4ee6-a478-b72beb22002b" providerId="AD" clId="Web-{ADC58403-0FCF-0CDC-CB02-8E5AC3391465}" dt="2025-11-07T18:16:25.343" v="321"/>
          <ac:picMkLst>
            <pc:docMk/>
            <pc:sldMk cId="3525769731" sldId="263"/>
            <ac:picMk id="7" creationId="{7CFF7A65-6992-0C4E-CB9C-772168B41464}"/>
          </ac:picMkLst>
        </pc:picChg>
      </pc:sldChg>
      <pc:sldChg chg="addSp delSp modSp new ord">
        <pc:chgData name="Tesfaldet Tesfamariam Weldemicheal" userId="S::wete25kq@student.ju.se::1dd8d1bf-189c-4ee6-a478-b72beb22002b" providerId="AD" clId="Web-{ADC58403-0FCF-0CDC-CB02-8E5AC3391465}" dt="2025-11-07T19:59:22.142" v="661" actId="20577"/>
        <pc:sldMkLst>
          <pc:docMk/>
          <pc:sldMk cId="781222374" sldId="264"/>
        </pc:sldMkLst>
        <pc:spChg chg="mod">
          <ac:chgData name="Tesfaldet Tesfamariam Weldemicheal" userId="S::wete25kq@student.ju.se::1dd8d1bf-189c-4ee6-a478-b72beb22002b" providerId="AD" clId="Web-{ADC58403-0FCF-0CDC-CB02-8E5AC3391465}" dt="2025-11-07T19:59:09.017" v="658" actId="20577"/>
          <ac:spMkLst>
            <pc:docMk/>
            <pc:sldMk cId="781222374" sldId="264"/>
            <ac:spMk id="2" creationId="{D31D32E3-9819-5950-6D07-5C4AC08D10CF}"/>
          </ac:spMkLst>
        </pc:spChg>
        <pc:spChg chg="del">
          <ac:chgData name="Tesfaldet Tesfamariam Weldemicheal" userId="S::wete25kq@student.ju.se::1dd8d1bf-189c-4ee6-a478-b72beb22002b" providerId="AD" clId="Web-{ADC58403-0FCF-0CDC-CB02-8E5AC3391465}" dt="2025-11-07T17:57:17.930" v="190"/>
          <ac:spMkLst>
            <pc:docMk/>
            <pc:sldMk cId="781222374" sldId="264"/>
            <ac:spMk id="3" creationId="{BB306CD6-A583-2587-21E8-8C4126759C9F}"/>
          </ac:spMkLst>
        </pc:spChg>
        <pc:spChg chg="add del mod">
          <ac:chgData name="Tesfaldet Tesfamariam Weldemicheal" userId="S::wete25kq@student.ju.se::1dd8d1bf-189c-4ee6-a478-b72beb22002b" providerId="AD" clId="Web-{ADC58403-0FCF-0CDC-CB02-8E5AC3391465}" dt="2025-11-07T17:59:01.339" v="198"/>
          <ac:spMkLst>
            <pc:docMk/>
            <pc:sldMk cId="781222374" sldId="264"/>
            <ac:spMk id="5" creationId="{E5DAB702-8524-7566-D0C7-1331381D857B}"/>
          </ac:spMkLst>
        </pc:spChg>
        <pc:spChg chg="add mod">
          <ac:chgData name="Tesfaldet Tesfamariam Weldemicheal" userId="S::wete25kq@student.ju.se::1dd8d1bf-189c-4ee6-a478-b72beb22002b" providerId="AD" clId="Web-{ADC58403-0FCF-0CDC-CB02-8E5AC3391465}" dt="2025-11-07T19:59:22.142" v="661" actId="20577"/>
          <ac:spMkLst>
            <pc:docMk/>
            <pc:sldMk cId="781222374" sldId="264"/>
            <ac:spMk id="7" creationId="{482F6B45-CBE5-17E6-B917-4C5FE071FEB7}"/>
          </ac:spMkLst>
        </pc:spChg>
        <pc:picChg chg="add del mod ord">
          <ac:chgData name="Tesfaldet Tesfamariam Weldemicheal" userId="S::wete25kq@student.ju.se::1dd8d1bf-189c-4ee6-a478-b72beb22002b" providerId="AD" clId="Web-{ADC58403-0FCF-0CDC-CB02-8E5AC3391465}" dt="2025-11-07T18:00:29.246" v="218"/>
          <ac:picMkLst>
            <pc:docMk/>
            <pc:sldMk cId="781222374" sldId="264"/>
            <ac:picMk id="4" creationId="{00A3FADB-1A08-A9A9-A18F-E480E0CB9F84}"/>
          </ac:picMkLst>
        </pc:picChg>
        <pc:picChg chg="add del mod">
          <ac:chgData name="Tesfaldet Tesfamariam Weldemicheal" userId="S::wete25kq@student.ju.se::1dd8d1bf-189c-4ee6-a478-b72beb22002b" providerId="AD" clId="Web-{ADC58403-0FCF-0CDC-CB02-8E5AC3391465}" dt="2025-11-07T18:04:51.464" v="274"/>
          <ac:picMkLst>
            <pc:docMk/>
            <pc:sldMk cId="781222374" sldId="264"/>
            <ac:picMk id="8" creationId="{65366EC7-A358-9194-91AA-FBE2A0565D23}"/>
          </ac:picMkLst>
        </pc:picChg>
        <pc:picChg chg="add mod">
          <ac:chgData name="Tesfaldet Tesfamariam Weldemicheal" userId="S::wete25kq@student.ju.se::1dd8d1bf-189c-4ee6-a478-b72beb22002b" providerId="AD" clId="Web-{ADC58403-0FCF-0CDC-CB02-8E5AC3391465}" dt="2025-11-07T18:05:30.464" v="279" actId="14100"/>
          <ac:picMkLst>
            <pc:docMk/>
            <pc:sldMk cId="781222374" sldId="264"/>
            <ac:picMk id="9" creationId="{C3BCB3F3-7639-C28F-C5F9-5D331D912900}"/>
          </ac:picMkLst>
        </pc:picChg>
        <pc:picChg chg="add del mod">
          <ac:chgData name="Tesfaldet Tesfamariam Weldemicheal" userId="S::wete25kq@student.ju.se::1dd8d1bf-189c-4ee6-a478-b72beb22002b" providerId="AD" clId="Web-{ADC58403-0FCF-0CDC-CB02-8E5AC3391465}" dt="2025-11-07T18:18:47.343" v="324"/>
          <ac:picMkLst>
            <pc:docMk/>
            <pc:sldMk cId="781222374" sldId="264"/>
            <ac:picMk id="10" creationId="{26EC24D1-C294-8B72-32D0-8461A293E1B5}"/>
          </ac:picMkLst>
        </pc:picChg>
        <pc:picChg chg="add mod">
          <ac:chgData name="Tesfaldet Tesfamariam Weldemicheal" userId="S::wete25kq@student.ju.se::1dd8d1bf-189c-4ee6-a478-b72beb22002b" providerId="AD" clId="Web-{ADC58403-0FCF-0CDC-CB02-8E5AC3391465}" dt="2025-11-07T18:18:58.625" v="328" actId="14100"/>
          <ac:picMkLst>
            <pc:docMk/>
            <pc:sldMk cId="781222374" sldId="264"/>
            <ac:picMk id="11" creationId="{1A6CF9D6-7DD8-9ED6-462B-F85E0DAA8008}"/>
          </ac:picMkLst>
        </pc:picChg>
      </pc:sldChg>
      <pc:sldChg chg="addSp modSp new ord">
        <pc:chgData name="Tesfaldet Tesfamariam Weldemicheal" userId="S::wete25kq@student.ju.se::1dd8d1bf-189c-4ee6-a478-b72beb22002b" providerId="AD" clId="Web-{ADC58403-0FCF-0CDC-CB02-8E5AC3391465}" dt="2025-11-07T19:58:34.220" v="653" actId="20577"/>
        <pc:sldMkLst>
          <pc:docMk/>
          <pc:sldMk cId="1190068836" sldId="265"/>
        </pc:sldMkLst>
        <pc:spChg chg="mod">
          <ac:chgData name="Tesfaldet Tesfamariam Weldemicheal" userId="S::wete25kq@student.ju.se::1dd8d1bf-189c-4ee6-a478-b72beb22002b" providerId="AD" clId="Web-{ADC58403-0FCF-0CDC-CB02-8E5AC3391465}" dt="2025-11-07T19:58:34.220" v="653" actId="20577"/>
          <ac:spMkLst>
            <pc:docMk/>
            <pc:sldMk cId="1190068836" sldId="265"/>
            <ac:spMk id="2" creationId="{9A4B0C11-8880-310E-C7A4-16890C233220}"/>
          </ac:spMkLst>
        </pc:spChg>
        <pc:spChg chg="mod">
          <ac:chgData name="Tesfaldet Tesfamariam Weldemicheal" userId="S::wete25kq@student.ju.se::1dd8d1bf-189c-4ee6-a478-b72beb22002b" providerId="AD" clId="Web-{ADC58403-0FCF-0CDC-CB02-8E5AC3391465}" dt="2025-11-07T18:02:30.980" v="250" actId="20577"/>
          <ac:spMkLst>
            <pc:docMk/>
            <pc:sldMk cId="1190068836" sldId="265"/>
            <ac:spMk id="3" creationId="{AADE04A1-6958-2AE9-1327-C544E87F5566}"/>
          </ac:spMkLst>
        </pc:spChg>
        <pc:picChg chg="add mod">
          <ac:chgData name="Tesfaldet Tesfamariam Weldemicheal" userId="S::wete25kq@student.ju.se::1dd8d1bf-189c-4ee6-a478-b72beb22002b" providerId="AD" clId="Web-{ADC58403-0FCF-0CDC-CB02-8E5AC3391465}" dt="2025-11-07T18:00:44.855" v="220" actId="1076"/>
          <ac:picMkLst>
            <pc:docMk/>
            <pc:sldMk cId="1190068836" sldId="265"/>
            <ac:picMk id="4" creationId="{A8DFC935-EC0D-A17F-CCF0-8658FF2EBD4E}"/>
          </ac:picMkLst>
        </pc:picChg>
      </pc:sldChg>
      <pc:sldChg chg="modSp new">
        <pc:chgData name="Tesfaldet Tesfamariam Weldemicheal" userId="S::wete25kq@student.ju.se::1dd8d1bf-189c-4ee6-a478-b72beb22002b" providerId="AD" clId="Web-{ADC58403-0FCF-0CDC-CB02-8E5AC3391465}" dt="2025-11-07T19:58:40.564" v="654" actId="20577"/>
        <pc:sldMkLst>
          <pc:docMk/>
          <pc:sldMk cId="1911236570" sldId="266"/>
        </pc:sldMkLst>
        <pc:spChg chg="mod">
          <ac:chgData name="Tesfaldet Tesfamariam Weldemicheal" userId="S::wete25kq@student.ju.se::1dd8d1bf-189c-4ee6-a478-b72beb22002b" providerId="AD" clId="Web-{ADC58403-0FCF-0CDC-CB02-8E5AC3391465}" dt="2025-11-07T19:58:40.564" v="654" actId="20577"/>
          <ac:spMkLst>
            <pc:docMk/>
            <pc:sldMk cId="1911236570" sldId="266"/>
            <ac:spMk id="2" creationId="{ADEFEAD8-2B15-3DD2-F38F-B2A4D6BA814D}"/>
          </ac:spMkLst>
        </pc:spChg>
        <pc:spChg chg="mod">
          <ac:chgData name="Tesfaldet Tesfamariam Weldemicheal" userId="S::wete25kq@student.ju.se::1dd8d1bf-189c-4ee6-a478-b72beb22002b" providerId="AD" clId="Web-{ADC58403-0FCF-0CDC-CB02-8E5AC3391465}" dt="2025-11-07T18:29:37.843" v="391" actId="20577"/>
          <ac:spMkLst>
            <pc:docMk/>
            <pc:sldMk cId="1911236570" sldId="266"/>
            <ac:spMk id="3" creationId="{F6C63C2F-9AC9-F60E-64C3-EC9FA439432B}"/>
          </ac:spMkLst>
        </pc:spChg>
      </pc:sldChg>
      <pc:sldChg chg="modSp new">
        <pc:chgData name="Tesfaldet Tesfamariam Weldemicheal" userId="S::wete25kq@student.ju.se::1dd8d1bf-189c-4ee6-a478-b72beb22002b" providerId="AD" clId="Web-{ADC58403-0FCF-0CDC-CB02-8E5AC3391465}" dt="2025-11-07T19:58:51.064" v="656" actId="20577"/>
        <pc:sldMkLst>
          <pc:docMk/>
          <pc:sldMk cId="1668397659" sldId="267"/>
        </pc:sldMkLst>
        <pc:spChg chg="mod">
          <ac:chgData name="Tesfaldet Tesfamariam Weldemicheal" userId="S::wete25kq@student.ju.se::1dd8d1bf-189c-4ee6-a478-b72beb22002b" providerId="AD" clId="Web-{ADC58403-0FCF-0CDC-CB02-8E5AC3391465}" dt="2025-11-07T19:58:51.064" v="656" actId="20577"/>
          <ac:spMkLst>
            <pc:docMk/>
            <pc:sldMk cId="1668397659" sldId="267"/>
            <ac:spMk id="2" creationId="{D8F86430-FB88-BB8C-B8D3-4DC8EC38A650}"/>
          </ac:spMkLst>
        </pc:spChg>
        <pc:spChg chg="mod">
          <ac:chgData name="Tesfaldet Tesfamariam Weldemicheal" userId="S::wete25kq@student.ju.se::1dd8d1bf-189c-4ee6-a478-b72beb22002b" providerId="AD" clId="Web-{ADC58403-0FCF-0CDC-CB02-8E5AC3391465}" dt="2025-11-07T19:57:32.923" v="645" actId="20577"/>
          <ac:spMkLst>
            <pc:docMk/>
            <pc:sldMk cId="1668397659" sldId="267"/>
            <ac:spMk id="3" creationId="{DA03CCE2-1134-95AA-265B-7E348C697F3B}"/>
          </ac:spMkLst>
        </pc:spChg>
      </pc:sldChg>
      <pc:sldChg chg="modSp new ord">
        <pc:chgData name="Tesfaldet Tesfamariam Weldemicheal" userId="S::wete25kq@student.ju.se::1dd8d1bf-189c-4ee6-a478-b72beb22002b" providerId="AD" clId="Web-{ADC58403-0FCF-0CDC-CB02-8E5AC3391465}" dt="2025-11-07T19:58:59.595" v="657" actId="20577"/>
        <pc:sldMkLst>
          <pc:docMk/>
          <pc:sldMk cId="1478731438" sldId="268"/>
        </pc:sldMkLst>
        <pc:spChg chg="mod">
          <ac:chgData name="Tesfaldet Tesfamariam Weldemicheal" userId="S::wete25kq@student.ju.se::1dd8d1bf-189c-4ee6-a478-b72beb22002b" providerId="AD" clId="Web-{ADC58403-0FCF-0CDC-CB02-8E5AC3391465}" dt="2025-11-07T19:58:59.595" v="657" actId="20577"/>
          <ac:spMkLst>
            <pc:docMk/>
            <pc:sldMk cId="1478731438" sldId="268"/>
            <ac:spMk id="2" creationId="{65ED7EC4-A825-EE7C-474F-E4FBDDB41679}"/>
          </ac:spMkLst>
        </pc:spChg>
        <pc:spChg chg="mod">
          <ac:chgData name="Tesfaldet Tesfamariam Weldemicheal" userId="S::wete25kq@student.ju.se::1dd8d1bf-189c-4ee6-a478-b72beb22002b" providerId="AD" clId="Web-{ADC58403-0FCF-0CDC-CB02-8E5AC3391465}" dt="2025-11-07T19:57:51.955" v="647" actId="20577"/>
          <ac:spMkLst>
            <pc:docMk/>
            <pc:sldMk cId="1478731438" sldId="268"/>
            <ac:spMk id="3" creationId="{3343927A-D568-0FA8-5D2E-409A166B017B}"/>
          </ac:spMkLst>
        </pc:spChg>
      </pc:sldChg>
      <pc:sldChg chg="delSp modSp new ord">
        <pc:chgData name="Tesfaldet Tesfamariam Weldemicheal" userId="S::wete25kq@student.ju.se::1dd8d1bf-189c-4ee6-a478-b72beb22002b" providerId="AD" clId="Web-{ADC58403-0FCF-0CDC-CB02-8E5AC3391465}" dt="2025-11-07T19:58:05.299" v="651" actId="20577"/>
        <pc:sldMkLst>
          <pc:docMk/>
          <pc:sldMk cId="1427185871" sldId="269"/>
        </pc:sldMkLst>
        <pc:spChg chg="del">
          <ac:chgData name="Tesfaldet Tesfamariam Weldemicheal" userId="S::wete25kq@student.ju.se::1dd8d1bf-189c-4ee6-a478-b72beb22002b" providerId="AD" clId="Web-{ADC58403-0FCF-0CDC-CB02-8E5AC3391465}" dt="2025-11-07T19:56:56.845" v="640"/>
          <ac:spMkLst>
            <pc:docMk/>
            <pc:sldMk cId="1427185871" sldId="269"/>
            <ac:spMk id="2" creationId="{E90DA365-D351-12A7-0002-9504583C8202}"/>
          </ac:spMkLst>
        </pc:spChg>
        <pc:spChg chg="mod">
          <ac:chgData name="Tesfaldet Tesfamariam Weldemicheal" userId="S::wete25kq@student.ju.se::1dd8d1bf-189c-4ee6-a478-b72beb22002b" providerId="AD" clId="Web-{ADC58403-0FCF-0CDC-CB02-8E5AC3391465}" dt="2025-11-07T19:58:05.299" v="651" actId="20577"/>
          <ac:spMkLst>
            <pc:docMk/>
            <pc:sldMk cId="1427185871" sldId="269"/>
            <ac:spMk id="3" creationId="{19641EDE-0157-1650-5E06-329BEB72EC46}"/>
          </ac:spMkLst>
        </pc:spChg>
      </pc:sldChg>
    </pc:docChg>
  </pc:docChgLst>
  <pc:docChgLst>
    <pc:chgData name="Tesfaldet Tesfamariam Weldemicheal" userId="S::wete25kq@student.ju.se::1dd8d1bf-189c-4ee6-a478-b72beb22002b" providerId="AD" clId="Web-{4B6E0172-D856-E413-7877-8986FE265A57}"/>
    <pc:docChg chg="addSld modSld sldOrd">
      <pc:chgData name="Tesfaldet Tesfamariam Weldemicheal" userId="S::wete25kq@student.ju.se::1dd8d1bf-189c-4ee6-a478-b72beb22002b" providerId="AD" clId="Web-{4B6E0172-D856-E413-7877-8986FE265A57}" dt="2025-11-07T11:34:24.360" v="226" actId="1076"/>
      <pc:docMkLst>
        <pc:docMk/>
      </pc:docMkLst>
      <pc:sldChg chg="modSp">
        <pc:chgData name="Tesfaldet Tesfamariam Weldemicheal" userId="S::wete25kq@student.ju.se::1dd8d1bf-189c-4ee6-a478-b72beb22002b" providerId="AD" clId="Web-{4B6E0172-D856-E413-7877-8986FE265A57}" dt="2025-11-07T09:53:51.707" v="4" actId="20577"/>
        <pc:sldMkLst>
          <pc:docMk/>
          <pc:sldMk cId="109857222" sldId="256"/>
        </pc:sldMkLst>
        <pc:spChg chg="mod">
          <ac:chgData name="Tesfaldet Tesfamariam Weldemicheal" userId="S::wete25kq@student.ju.se::1dd8d1bf-189c-4ee6-a478-b72beb22002b" providerId="AD" clId="Web-{4B6E0172-D856-E413-7877-8986FE265A57}" dt="2025-11-07T09:53:51.707" v="4" actId="20577"/>
          <ac:spMkLst>
            <pc:docMk/>
            <pc:sldMk cId="109857222" sldId="256"/>
            <ac:spMk id="2" creationId="{00000000-0000-0000-0000-000000000000}"/>
          </ac:spMkLst>
        </pc:spChg>
      </pc:sldChg>
      <pc:sldChg chg="addSp modSp new">
        <pc:chgData name="Tesfaldet Tesfamariam Weldemicheal" userId="S::wete25kq@student.ju.se::1dd8d1bf-189c-4ee6-a478-b72beb22002b" providerId="AD" clId="Web-{4B6E0172-D856-E413-7877-8986FE265A57}" dt="2025-11-07T10:24:28.046" v="22" actId="14100"/>
        <pc:sldMkLst>
          <pc:docMk/>
          <pc:sldMk cId="1796620938" sldId="257"/>
        </pc:sldMkLst>
        <pc:spChg chg="mod">
          <ac:chgData name="Tesfaldet Tesfamariam Weldemicheal" userId="S::wete25kq@student.ju.se::1dd8d1bf-189c-4ee6-a478-b72beb22002b" providerId="AD" clId="Web-{4B6E0172-D856-E413-7877-8986FE265A57}" dt="2025-11-07T09:57:05.036" v="9" actId="20577"/>
          <ac:spMkLst>
            <pc:docMk/>
            <pc:sldMk cId="1796620938" sldId="257"/>
            <ac:spMk id="2" creationId="{562624CB-78BE-5B8F-2591-9CABAFB48462}"/>
          </ac:spMkLst>
        </pc:spChg>
        <pc:spChg chg="mod">
          <ac:chgData name="Tesfaldet Tesfamariam Weldemicheal" userId="S::wete25kq@student.ju.se::1dd8d1bf-189c-4ee6-a478-b72beb22002b" providerId="AD" clId="Web-{4B6E0172-D856-E413-7877-8986FE265A57}" dt="2025-11-07T10:24:11.921" v="18" actId="20577"/>
          <ac:spMkLst>
            <pc:docMk/>
            <pc:sldMk cId="1796620938" sldId="257"/>
            <ac:spMk id="3" creationId="{111712E0-B3FF-9734-255F-6F99FDCDB042}"/>
          </ac:spMkLst>
        </pc:spChg>
        <pc:picChg chg="add mod">
          <ac:chgData name="Tesfaldet Tesfamariam Weldemicheal" userId="S::wete25kq@student.ju.se::1dd8d1bf-189c-4ee6-a478-b72beb22002b" providerId="AD" clId="Web-{4B6E0172-D856-E413-7877-8986FE265A57}" dt="2025-11-07T10:24:28.046" v="22" actId="14100"/>
          <ac:picMkLst>
            <pc:docMk/>
            <pc:sldMk cId="1796620938" sldId="257"/>
            <ac:picMk id="4" creationId="{BF414BCC-B551-5C24-F8DA-4FEA1845BFC8}"/>
          </ac:picMkLst>
        </pc:picChg>
      </pc:sldChg>
      <pc:sldChg chg="addSp modSp new">
        <pc:chgData name="Tesfaldet Tesfamariam Weldemicheal" userId="S::wete25kq@student.ju.se::1dd8d1bf-189c-4ee6-a478-b72beb22002b" providerId="AD" clId="Web-{4B6E0172-D856-E413-7877-8986FE265A57}" dt="2025-11-07T10:35:25.078" v="159" actId="14100"/>
        <pc:sldMkLst>
          <pc:docMk/>
          <pc:sldMk cId="1823054602" sldId="258"/>
        </pc:sldMkLst>
        <pc:spChg chg="mod">
          <ac:chgData name="Tesfaldet Tesfamariam Weldemicheal" userId="S::wete25kq@student.ju.se::1dd8d1bf-189c-4ee6-a478-b72beb22002b" providerId="AD" clId="Web-{4B6E0172-D856-E413-7877-8986FE265A57}" dt="2025-11-07T10:35:17.625" v="158" actId="20577"/>
          <ac:spMkLst>
            <pc:docMk/>
            <pc:sldMk cId="1823054602" sldId="258"/>
            <ac:spMk id="3" creationId="{B02774BB-E9AD-1166-769A-56EFB6763B97}"/>
          </ac:spMkLst>
        </pc:spChg>
        <pc:picChg chg="add mod">
          <ac:chgData name="Tesfaldet Tesfamariam Weldemicheal" userId="S::wete25kq@student.ju.se::1dd8d1bf-189c-4ee6-a478-b72beb22002b" providerId="AD" clId="Web-{4B6E0172-D856-E413-7877-8986FE265A57}" dt="2025-11-07T10:35:25.078" v="159" actId="14100"/>
          <ac:picMkLst>
            <pc:docMk/>
            <pc:sldMk cId="1823054602" sldId="258"/>
            <ac:picMk id="4" creationId="{FB26173B-C5AB-6B98-79A5-08866CAB1054}"/>
          </ac:picMkLst>
        </pc:picChg>
      </pc:sldChg>
      <pc:sldChg chg="addSp delSp modSp new ord">
        <pc:chgData name="Tesfaldet Tesfamariam Weldemicheal" userId="S::wete25kq@student.ju.se::1dd8d1bf-189c-4ee6-a478-b72beb22002b" providerId="AD" clId="Web-{4B6E0172-D856-E413-7877-8986FE265A57}" dt="2025-11-07T11:09:44.178" v="222"/>
        <pc:sldMkLst>
          <pc:docMk/>
          <pc:sldMk cId="510265006" sldId="259"/>
        </pc:sldMkLst>
        <pc:spChg chg="mod">
          <ac:chgData name="Tesfaldet Tesfamariam Weldemicheal" userId="S::wete25kq@student.ju.se::1dd8d1bf-189c-4ee6-a478-b72beb22002b" providerId="AD" clId="Web-{4B6E0172-D856-E413-7877-8986FE265A57}" dt="2025-11-07T11:09:40.616" v="221" actId="20577"/>
          <ac:spMkLst>
            <pc:docMk/>
            <pc:sldMk cId="510265006" sldId="259"/>
            <ac:spMk id="2" creationId="{233D8EFE-6212-D211-C8C0-22739644FB16}"/>
          </ac:spMkLst>
        </pc:spChg>
        <pc:spChg chg="del">
          <ac:chgData name="Tesfaldet Tesfamariam Weldemicheal" userId="S::wete25kq@student.ju.se::1dd8d1bf-189c-4ee6-a478-b72beb22002b" providerId="AD" clId="Web-{4B6E0172-D856-E413-7877-8986FE265A57}" dt="2025-11-07T11:03:36.058" v="161"/>
          <ac:spMkLst>
            <pc:docMk/>
            <pc:sldMk cId="510265006" sldId="259"/>
            <ac:spMk id="3" creationId="{99F15765-3AFF-08A2-6094-A1A4562DE287}"/>
          </ac:spMkLst>
        </pc:spChg>
        <pc:spChg chg="add mod">
          <ac:chgData name="Tesfaldet Tesfamariam Weldemicheal" userId="S::wete25kq@student.ju.se::1dd8d1bf-189c-4ee6-a478-b72beb22002b" providerId="AD" clId="Web-{4B6E0172-D856-E413-7877-8986FE265A57}" dt="2025-11-07T11:08:42.616" v="191"/>
          <ac:spMkLst>
            <pc:docMk/>
            <pc:sldMk cId="510265006" sldId="259"/>
            <ac:spMk id="6" creationId="{03F95F56-04E4-0556-AE5E-4563C13A301C}"/>
          </ac:spMkLst>
        </pc:spChg>
        <pc:picChg chg="add del mod ord">
          <ac:chgData name="Tesfaldet Tesfamariam Weldemicheal" userId="S::wete25kq@student.ju.se::1dd8d1bf-189c-4ee6-a478-b72beb22002b" providerId="AD" clId="Web-{4B6E0172-D856-E413-7877-8986FE265A57}" dt="2025-11-07T11:08:42.616" v="191"/>
          <ac:picMkLst>
            <pc:docMk/>
            <pc:sldMk cId="510265006" sldId="259"/>
            <ac:picMk id="4" creationId="{AE691B52-E634-4266-F065-7C63A2D13914}"/>
          </ac:picMkLst>
        </pc:picChg>
      </pc:sldChg>
      <pc:sldChg chg="addSp modSp new">
        <pc:chgData name="Tesfaldet Tesfamariam Weldemicheal" userId="S::wete25kq@student.ju.se::1dd8d1bf-189c-4ee6-a478-b72beb22002b" providerId="AD" clId="Web-{4B6E0172-D856-E413-7877-8986FE265A57}" dt="2025-11-07T11:34:24.360" v="226" actId="1076"/>
        <pc:sldMkLst>
          <pc:docMk/>
          <pc:sldMk cId="3619897004" sldId="260"/>
        </pc:sldMkLst>
        <pc:spChg chg="mod">
          <ac:chgData name="Tesfaldet Tesfamariam Weldemicheal" userId="S::wete25kq@student.ju.se::1dd8d1bf-189c-4ee6-a478-b72beb22002b" providerId="AD" clId="Web-{4B6E0172-D856-E413-7877-8986FE265A57}" dt="2025-11-07T11:09:37.600" v="220" actId="20577"/>
          <ac:spMkLst>
            <pc:docMk/>
            <pc:sldMk cId="3619897004" sldId="260"/>
            <ac:spMk id="2" creationId="{EC1F1A82-69A2-181B-2538-A2B52D964356}"/>
          </ac:spMkLst>
        </pc:spChg>
        <pc:spChg chg="mod">
          <ac:chgData name="Tesfaldet Tesfamariam Weldemicheal" userId="S::wete25kq@student.ju.se::1dd8d1bf-189c-4ee6-a478-b72beb22002b" providerId="AD" clId="Web-{4B6E0172-D856-E413-7877-8986FE265A57}" dt="2025-11-07T11:09:25.756" v="219" actId="20577"/>
          <ac:spMkLst>
            <pc:docMk/>
            <pc:sldMk cId="3619897004" sldId="260"/>
            <ac:spMk id="3" creationId="{4EF782DB-5623-D47B-2F1C-697A7A0EBB9F}"/>
          </ac:spMkLst>
        </pc:spChg>
        <pc:picChg chg="add mod">
          <ac:chgData name="Tesfaldet Tesfamariam Weldemicheal" userId="S::wete25kq@student.ju.se::1dd8d1bf-189c-4ee6-a478-b72beb22002b" providerId="AD" clId="Web-{4B6E0172-D856-E413-7877-8986FE265A57}" dt="2025-11-07T11:34:24.360" v="226" actId="1076"/>
          <ac:picMkLst>
            <pc:docMk/>
            <pc:sldMk cId="3619897004" sldId="260"/>
            <ac:picMk id="4" creationId="{4A3311F4-AFD6-05A2-A437-5929972A4783}"/>
          </ac:picMkLst>
        </pc:picChg>
        <pc:picChg chg="add mod">
          <ac:chgData name="Tesfaldet Tesfamariam Weldemicheal" userId="S::wete25kq@student.ju.se::1dd8d1bf-189c-4ee6-a478-b72beb22002b" providerId="AD" clId="Web-{4B6E0172-D856-E413-7877-8986FE265A57}" dt="2025-11-07T11:34:09.609" v="224" actId="1076"/>
          <ac:picMkLst>
            <pc:docMk/>
            <pc:sldMk cId="3619897004" sldId="260"/>
            <ac:picMk id="5" creationId="{B9DC0DEB-9B8D-341B-9DDF-6B37390932EE}"/>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11/7/2025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wete25kq@student.ju.se"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tryhackme.com/module/learn-burp-suite"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3600" b="1" dirty="0">
                <a:latin typeface="Ubuntu"/>
              </a:rPr>
              <a:t>Enumeration</a:t>
            </a:r>
            <a:endParaRPr lang="en-US" sz="3600" dirty="0"/>
          </a:p>
          <a:p>
            <a:endParaRPr lang="en-US" dirty="0"/>
          </a:p>
        </p:txBody>
      </p:sp>
      <p:sp>
        <p:nvSpPr>
          <p:cNvPr id="3" name="Subtitle 2"/>
          <p:cNvSpPr>
            <a:spLocks noGrp="1"/>
          </p:cNvSpPr>
          <p:nvPr>
            <p:ph type="subTitle" idx="1"/>
          </p:nvPr>
        </p:nvSpPr>
        <p:spPr/>
        <p:txBody>
          <a:bodyPr vert="horz" lIns="91440" tIns="45720" rIns="91440" bIns="45720" rtlCol="0" anchor="t">
            <a:normAutofit lnSpcReduction="10000"/>
          </a:bodyPr>
          <a:lstStyle/>
          <a:p>
            <a:pPr marL="285750" indent="-285750" algn="just">
              <a:buFont typeface="Arial"/>
              <a:buChar char="•"/>
            </a:pPr>
            <a:r>
              <a:rPr lang="en-US" sz="1600" dirty="0"/>
              <a:t>Name </a:t>
            </a:r>
            <a:r>
              <a:rPr lang="en-US" sz="1600" dirty="0" err="1"/>
              <a:t>Tesfaldet</a:t>
            </a:r>
            <a:r>
              <a:rPr lang="en-US" sz="1600" dirty="0"/>
              <a:t> </a:t>
            </a:r>
            <a:r>
              <a:rPr lang="en-US" sz="1600" dirty="0" err="1"/>
              <a:t>Weldemicheal</a:t>
            </a:r>
            <a:endParaRPr lang="en-US" sz="1600"/>
          </a:p>
          <a:p>
            <a:pPr marL="285750" indent="-285750" algn="just">
              <a:buFont typeface="Arial"/>
              <a:buChar char="•"/>
            </a:pPr>
            <a:r>
              <a:rPr lang="en-US" sz="1600" dirty="0" err="1"/>
              <a:t>Tryhackme</a:t>
            </a:r>
            <a:r>
              <a:rPr lang="en-US" sz="1600" dirty="0"/>
              <a:t> account : </a:t>
            </a:r>
            <a:r>
              <a:rPr lang="en-US" sz="1600" dirty="0">
                <a:hlinkClick r:id="rId2"/>
              </a:rPr>
              <a:t>wete25kq@student.ju.se</a:t>
            </a:r>
            <a:endParaRPr lang="en-US" sz="1600"/>
          </a:p>
          <a:p>
            <a:pPr marL="285750" indent="-285750" algn="just">
              <a:buFont typeface="Arial"/>
              <a:buChar char="•"/>
            </a:pPr>
            <a:r>
              <a:rPr lang="en-US" sz="1600" dirty="0"/>
              <a:t>Group: 5</a:t>
            </a:r>
          </a:p>
          <a:p>
            <a:pPr marL="285750" indent="-285750" algn="just">
              <a:buFont typeface="Arial"/>
              <a:buChar char="•"/>
            </a:pPr>
            <a:r>
              <a:rPr lang="en-US" sz="1600" dirty="0"/>
              <a:t>Student:6</a:t>
            </a:r>
          </a:p>
          <a:p>
            <a:pPr marL="285750" indent="-285750" algn="just">
              <a:buFont typeface="Arial"/>
              <a:buChar char="•"/>
            </a:pPr>
            <a:r>
              <a:rPr lang="en-US" sz="1600" dirty="0"/>
              <a:t>Topic: Enumeration</a:t>
            </a:r>
            <a:endParaRPr lang="en-US" dirty="0"/>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624CB-78BE-5B8F-2591-9CABAFB48462}"/>
              </a:ext>
            </a:extLst>
          </p:cNvPr>
          <p:cNvSpPr>
            <a:spLocks noGrp="1"/>
          </p:cNvSpPr>
          <p:nvPr>
            <p:ph type="title"/>
          </p:nvPr>
        </p:nvSpPr>
        <p:spPr/>
        <p:txBody>
          <a:bodyPr>
            <a:normAutofit/>
          </a:bodyPr>
          <a:lstStyle/>
          <a:p>
            <a:r>
              <a:rPr lang="en-US" sz="3600" dirty="0">
                <a:latin typeface="Ubuntu"/>
                <a:ea typeface="Source Sans Pro"/>
              </a:rPr>
              <a:t>Linux Enumeration</a:t>
            </a:r>
            <a:endParaRPr lang="en-US" sz="3600" dirty="0">
              <a:latin typeface="Ubuntu"/>
            </a:endParaRPr>
          </a:p>
        </p:txBody>
      </p:sp>
      <p:sp>
        <p:nvSpPr>
          <p:cNvPr id="3" name="Content Placeholder 2">
            <a:extLst>
              <a:ext uri="{FF2B5EF4-FFF2-40B4-BE49-F238E27FC236}">
                <a16:creationId xmlns:a16="http://schemas.microsoft.com/office/drawing/2014/main" id="{111712E0-B3FF-9734-255F-6F99FDCDB042}"/>
              </a:ext>
            </a:extLst>
          </p:cNvPr>
          <p:cNvSpPr>
            <a:spLocks noGrp="1"/>
          </p:cNvSpPr>
          <p:nvPr>
            <p:ph idx="1"/>
          </p:nvPr>
        </p:nvSpPr>
        <p:spPr/>
        <p:txBody>
          <a:bodyPr vert="horz" lIns="91440" tIns="45720" rIns="91440" bIns="45720" rtlCol="0" anchor="t">
            <a:normAutofit/>
          </a:bodyPr>
          <a:lstStyle/>
          <a:p>
            <a:r>
              <a:rPr lang="en-US" sz="1600" dirty="0">
                <a:latin typeface="Ubuntu"/>
                <a:ea typeface="+mn-lt"/>
                <a:cs typeface="+mn-lt"/>
              </a:rPr>
              <a:t>Post-exploitation enumeration involves gathering system and network data to better understand a compromised environment. </a:t>
            </a:r>
            <a:endParaRPr lang="en-US" sz="1600">
              <a:latin typeface="Ubuntu"/>
            </a:endParaRPr>
          </a:p>
          <a:p>
            <a:r>
              <a:rPr lang="en-US" sz="1600" dirty="0">
                <a:latin typeface="Ubuntu"/>
                <a:ea typeface="+mn-lt"/>
                <a:cs typeface="+mn-lt"/>
              </a:rPr>
              <a:t>It typically occurs after gaining shell access to a system, where specific information such as user groups, hostnames, routing tables, network shares, services, applications, and firewall configurations is sought.</a:t>
            </a:r>
          </a:p>
          <a:p>
            <a:r>
              <a:rPr lang="en-US" sz="1600" dirty="0">
                <a:ea typeface="+mn-lt"/>
                <a:cs typeface="+mn-lt"/>
              </a:rPr>
              <a:t>Other potential findings include SSH keys for accessing other systems and sensitive user data like stored passwords in documents. This process is crucial for moving laterally through networks or escalating privileges on the current system.</a:t>
            </a:r>
          </a:p>
          <a:p>
            <a:endParaRPr lang="en-US" sz="1600" dirty="0">
              <a:latin typeface="Aptos"/>
            </a:endParaRPr>
          </a:p>
        </p:txBody>
      </p:sp>
      <p:pic>
        <p:nvPicPr>
          <p:cNvPr id="4" name="Picture 3" descr="A screen shot of a computer&#10;&#10;AI-generated content may be incorrect.">
            <a:extLst>
              <a:ext uri="{FF2B5EF4-FFF2-40B4-BE49-F238E27FC236}">
                <a16:creationId xmlns:a16="http://schemas.microsoft.com/office/drawing/2014/main" id="{BF414BCC-B551-5C24-F8DA-4FEA1845BFC8}"/>
              </a:ext>
            </a:extLst>
          </p:cNvPr>
          <p:cNvPicPr>
            <a:picLocks noChangeAspect="1"/>
          </p:cNvPicPr>
          <p:nvPr/>
        </p:nvPicPr>
        <p:blipFill>
          <a:blip r:embed="rId2"/>
          <a:stretch>
            <a:fillRect/>
          </a:stretch>
        </p:blipFill>
        <p:spPr>
          <a:xfrm>
            <a:off x="583770" y="3430050"/>
            <a:ext cx="11618562" cy="3743325"/>
          </a:xfrm>
          <a:prstGeom prst="rect">
            <a:avLst/>
          </a:prstGeom>
        </p:spPr>
      </p:pic>
    </p:spTree>
    <p:extLst>
      <p:ext uri="{BB962C8B-B14F-4D97-AF65-F5344CB8AC3E}">
        <p14:creationId xmlns:p14="http://schemas.microsoft.com/office/powerpoint/2010/main" val="17966209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435149-6ADB-347C-DBB1-3071325B8CE3}"/>
              </a:ext>
            </a:extLst>
          </p:cNvPr>
          <p:cNvSpPr>
            <a:spLocks noGrp="1"/>
          </p:cNvSpPr>
          <p:nvPr>
            <p:ph type="title"/>
          </p:nvPr>
        </p:nvSpPr>
        <p:spPr/>
        <p:txBody>
          <a:bodyPr/>
          <a:lstStyle/>
          <a:p>
            <a:r>
              <a:rPr lang="en-US" sz="3600" b="1" dirty="0">
                <a:latin typeface="Ubuntu"/>
              </a:rPr>
              <a:t>Linux Enumeration</a:t>
            </a:r>
            <a:endParaRPr lang="en-US" b="1" dirty="0"/>
          </a:p>
        </p:txBody>
      </p:sp>
      <p:sp>
        <p:nvSpPr>
          <p:cNvPr id="3" name="Content Placeholder 2">
            <a:extLst>
              <a:ext uri="{FF2B5EF4-FFF2-40B4-BE49-F238E27FC236}">
                <a16:creationId xmlns:a16="http://schemas.microsoft.com/office/drawing/2014/main" id="{B02774BB-E9AD-1166-769A-56EFB6763B97}"/>
              </a:ext>
            </a:extLst>
          </p:cNvPr>
          <p:cNvSpPr>
            <a:spLocks noGrp="1"/>
          </p:cNvSpPr>
          <p:nvPr>
            <p:ph idx="1"/>
          </p:nvPr>
        </p:nvSpPr>
        <p:spPr/>
        <p:txBody>
          <a:bodyPr vert="horz" lIns="91440" tIns="45720" rIns="91440" bIns="45720" rtlCol="0" anchor="t">
            <a:normAutofit/>
          </a:bodyPr>
          <a:lstStyle/>
          <a:p>
            <a:r>
              <a:rPr lang="en-US" sz="1600" dirty="0"/>
              <a:t>By running the command as you can see in the  screen</a:t>
            </a:r>
            <a:r>
              <a:rPr lang="en-US" sz="1600" dirty="0">
                <a:ea typeface="+mn-lt"/>
                <a:cs typeface="+mn-lt"/>
              </a:rPr>
              <a:t> shoot.   </a:t>
            </a:r>
          </a:p>
          <a:p>
            <a:r>
              <a:rPr lang="en-US" sz="1600" dirty="0">
                <a:ea typeface="+mn-lt"/>
                <a:cs typeface="+mn-lt"/>
              </a:rPr>
              <a:t>This gives us most detailed information about the distribution name and version</a:t>
            </a:r>
            <a:endParaRPr lang="en-US" sz="1600" dirty="0"/>
          </a:p>
          <a:p>
            <a:endParaRPr lang="en-US" sz="1600" dirty="0"/>
          </a:p>
          <a:p>
            <a:endParaRPr lang="en-US" sz="1600" dirty="0"/>
          </a:p>
        </p:txBody>
      </p:sp>
      <p:pic>
        <p:nvPicPr>
          <p:cNvPr id="5" name="Picture 4" descr="A computer screen shot of a computer program&#10;&#10;AI-generated content may be incorrect.">
            <a:extLst>
              <a:ext uri="{FF2B5EF4-FFF2-40B4-BE49-F238E27FC236}">
                <a16:creationId xmlns:a16="http://schemas.microsoft.com/office/drawing/2014/main" id="{D578266E-3802-C2CE-B096-8B7D473A7933}"/>
              </a:ext>
            </a:extLst>
          </p:cNvPr>
          <p:cNvPicPr>
            <a:picLocks noChangeAspect="1"/>
          </p:cNvPicPr>
          <p:nvPr/>
        </p:nvPicPr>
        <p:blipFill>
          <a:blip r:embed="rId2"/>
          <a:stretch>
            <a:fillRect/>
          </a:stretch>
        </p:blipFill>
        <p:spPr>
          <a:xfrm>
            <a:off x="763003" y="2687053"/>
            <a:ext cx="9182100" cy="3810000"/>
          </a:xfrm>
          <a:prstGeom prst="rect">
            <a:avLst/>
          </a:prstGeom>
        </p:spPr>
      </p:pic>
    </p:spTree>
    <p:extLst>
      <p:ext uri="{BB962C8B-B14F-4D97-AF65-F5344CB8AC3E}">
        <p14:creationId xmlns:p14="http://schemas.microsoft.com/office/powerpoint/2010/main" val="18230546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F782DB-5623-D47B-2F1C-697A7A0EBB9F}"/>
              </a:ext>
            </a:extLst>
          </p:cNvPr>
          <p:cNvSpPr>
            <a:spLocks noGrp="1"/>
          </p:cNvSpPr>
          <p:nvPr>
            <p:ph idx="1"/>
          </p:nvPr>
        </p:nvSpPr>
        <p:spPr>
          <a:xfrm>
            <a:off x="196516" y="351757"/>
            <a:ext cx="11117179" cy="5825206"/>
          </a:xfrm>
        </p:spPr>
        <p:txBody>
          <a:bodyPr vert="horz" lIns="91440" tIns="45720" rIns="91440" bIns="45720" rtlCol="0" anchor="t">
            <a:normAutofit/>
          </a:bodyPr>
          <a:lstStyle/>
          <a:p>
            <a:pPr marL="0" indent="0">
              <a:buNone/>
            </a:pPr>
            <a:r>
              <a:rPr lang="en-US" sz="1600" dirty="0">
                <a:latin typeface="Ubuntu"/>
              </a:rPr>
              <a:t>As visible in the screenshot</a:t>
            </a:r>
            <a:r>
              <a:rPr lang="en-US" sz="1600" dirty="0">
                <a:latin typeface="Ubuntu"/>
                <a:ea typeface="+mn-lt"/>
                <a:cs typeface="+mn-lt"/>
              </a:rPr>
              <a:t>:</a:t>
            </a:r>
          </a:p>
          <a:p>
            <a:r>
              <a:rPr lang="en-US" sz="1600" dirty="0" err="1">
                <a:latin typeface="Ubuntu"/>
              </a:rPr>
              <a:t>ps</a:t>
            </a:r>
            <a:r>
              <a:rPr lang="en-US" sz="1600" dirty="0">
                <a:latin typeface="Ubuntu"/>
              </a:rPr>
              <a:t> aux | grep THM</a:t>
            </a:r>
            <a:r>
              <a:rPr lang="en-US" sz="1600" dirty="0">
                <a:latin typeface="Ubuntu"/>
                <a:ea typeface="+mn-lt"/>
                <a:cs typeface="+mn-lt"/>
              </a:rPr>
              <a:t>` - The quickest method to find running processes by name.</a:t>
            </a:r>
          </a:p>
          <a:p>
            <a:r>
              <a:rPr lang="en-US" sz="1600" dirty="0">
                <a:latin typeface="Ubuntu"/>
                <a:ea typeface="+mn-lt"/>
                <a:cs typeface="+mn-lt"/>
              </a:rPr>
              <a:t>`</a:t>
            </a:r>
            <a:r>
              <a:rPr lang="en-US" sz="1600" dirty="0">
                <a:latin typeface="Ubuntu"/>
              </a:rPr>
              <a:t>ssh` - Enables secure connections to remote servers.</a:t>
            </a:r>
          </a:p>
          <a:p>
            <a:r>
              <a:rPr lang="en-US" sz="1600" dirty="0">
                <a:latin typeface="Ubuntu"/>
                <a:ea typeface="+mn-lt"/>
                <a:cs typeface="+mn-lt"/>
              </a:rPr>
              <a:t>sshd.exe running, it means  the windows machine is configured to accept remote SSH connections</a:t>
            </a:r>
            <a:endParaRPr lang="en-US" sz="1600" dirty="0">
              <a:latin typeface="Ubuntu"/>
            </a:endParaRPr>
          </a:p>
          <a:p>
            <a:endParaRPr lang="en-US" sz="1600" dirty="0">
              <a:latin typeface="Ubuntu"/>
            </a:endParaRPr>
          </a:p>
          <a:p>
            <a:endParaRPr lang="en-US" sz="1600" dirty="0">
              <a:latin typeface="Ubuntu"/>
            </a:endParaRPr>
          </a:p>
          <a:p>
            <a:endParaRPr lang="en-US" sz="1600" dirty="0">
              <a:latin typeface="Ubuntu"/>
            </a:endParaRPr>
          </a:p>
        </p:txBody>
      </p:sp>
      <p:pic>
        <p:nvPicPr>
          <p:cNvPr id="6" name="Picture 5" descr="A screenshot of a computer&#10;&#10;AI-generated content may be incorrect.">
            <a:extLst>
              <a:ext uri="{FF2B5EF4-FFF2-40B4-BE49-F238E27FC236}">
                <a16:creationId xmlns:a16="http://schemas.microsoft.com/office/drawing/2014/main" id="{22A987DD-99C9-36F3-D98F-6BD2A1AABD6E}"/>
              </a:ext>
            </a:extLst>
          </p:cNvPr>
          <p:cNvPicPr>
            <a:picLocks noChangeAspect="1"/>
          </p:cNvPicPr>
          <p:nvPr/>
        </p:nvPicPr>
        <p:blipFill>
          <a:blip r:embed="rId2"/>
          <a:stretch>
            <a:fillRect/>
          </a:stretch>
        </p:blipFill>
        <p:spPr>
          <a:xfrm>
            <a:off x="194762" y="4738186"/>
            <a:ext cx="11020425" cy="1452312"/>
          </a:xfrm>
          <a:prstGeom prst="rect">
            <a:avLst/>
          </a:prstGeom>
        </p:spPr>
      </p:pic>
      <p:pic>
        <p:nvPicPr>
          <p:cNvPr id="65" name="Picture 64" descr="A screenshot of a computer program&#10;&#10;AI-generated content may be incorrect.">
            <a:extLst>
              <a:ext uri="{FF2B5EF4-FFF2-40B4-BE49-F238E27FC236}">
                <a16:creationId xmlns:a16="http://schemas.microsoft.com/office/drawing/2014/main" id="{5B4D4DDF-8E91-DEBC-E202-FFFFD21631EB}"/>
              </a:ext>
            </a:extLst>
          </p:cNvPr>
          <p:cNvPicPr>
            <a:picLocks noChangeAspect="1"/>
          </p:cNvPicPr>
          <p:nvPr/>
        </p:nvPicPr>
        <p:blipFill>
          <a:blip r:embed="rId3"/>
          <a:stretch>
            <a:fillRect/>
          </a:stretch>
        </p:blipFill>
        <p:spPr>
          <a:xfrm>
            <a:off x="194260" y="1699210"/>
            <a:ext cx="10620375" cy="1554580"/>
          </a:xfrm>
          <a:prstGeom prst="rect">
            <a:avLst/>
          </a:prstGeom>
        </p:spPr>
      </p:pic>
      <p:pic>
        <p:nvPicPr>
          <p:cNvPr id="66" name="Picture 65" descr="A screenshot of a computer program&#10;&#10;AI-generated content may be incorrect.">
            <a:extLst>
              <a:ext uri="{FF2B5EF4-FFF2-40B4-BE49-F238E27FC236}">
                <a16:creationId xmlns:a16="http://schemas.microsoft.com/office/drawing/2014/main" id="{4D22DE88-A276-CA6B-0F80-EA5720FB6A8A}"/>
              </a:ext>
            </a:extLst>
          </p:cNvPr>
          <p:cNvPicPr>
            <a:picLocks noChangeAspect="1"/>
          </p:cNvPicPr>
          <p:nvPr/>
        </p:nvPicPr>
        <p:blipFill>
          <a:blip r:embed="rId4"/>
          <a:stretch>
            <a:fillRect/>
          </a:stretch>
        </p:blipFill>
        <p:spPr>
          <a:xfrm>
            <a:off x="842712" y="3076826"/>
            <a:ext cx="6877050" cy="1666875"/>
          </a:xfrm>
          <a:prstGeom prst="rect">
            <a:avLst/>
          </a:prstGeom>
        </p:spPr>
      </p:pic>
    </p:spTree>
    <p:extLst>
      <p:ext uri="{BB962C8B-B14F-4D97-AF65-F5344CB8AC3E}">
        <p14:creationId xmlns:p14="http://schemas.microsoft.com/office/powerpoint/2010/main" val="36198970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115719BB-48A7-4AF4-BB91-DC82E0DF72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5" name="Freeform: Shape 34">
            <a:extLst>
              <a:ext uri="{FF2B5EF4-FFF2-40B4-BE49-F238E27FC236}">
                <a16:creationId xmlns:a16="http://schemas.microsoft.com/office/drawing/2014/main" id="{10973A55-5440-4A99-B526-B5812E4627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96002" cy="6858000"/>
          </a:xfrm>
          <a:custGeom>
            <a:avLst/>
            <a:gdLst>
              <a:gd name="connsiteX0" fmla="*/ 0 w 6096002"/>
              <a:gd name="connsiteY0" fmla="*/ 0 h 6858000"/>
              <a:gd name="connsiteX1" fmla="*/ 4885967 w 6096002"/>
              <a:gd name="connsiteY1" fmla="*/ 0 h 6858000"/>
              <a:gd name="connsiteX2" fmla="*/ 4946007 w 6096002"/>
              <a:gd name="connsiteY2" fmla="*/ 69271 h 6858000"/>
              <a:gd name="connsiteX3" fmla="*/ 6096002 w 6096002"/>
              <a:gd name="connsiteY3" fmla="*/ 3429000 h 6858000"/>
              <a:gd name="connsiteX4" fmla="*/ 4946007 w 6096002"/>
              <a:gd name="connsiteY4" fmla="*/ 6788730 h 6858000"/>
              <a:gd name="connsiteX5" fmla="*/ 4885967 w 6096002"/>
              <a:gd name="connsiteY5" fmla="*/ 6858000 h 6858000"/>
              <a:gd name="connsiteX6" fmla="*/ 0 w 609600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96002" h="6858000">
                <a:moveTo>
                  <a:pt x="0" y="0"/>
                </a:moveTo>
                <a:lnTo>
                  <a:pt x="4885967" y="0"/>
                </a:lnTo>
                <a:lnTo>
                  <a:pt x="4946007" y="69271"/>
                </a:lnTo>
                <a:cubicBezTo>
                  <a:pt x="5656533" y="929100"/>
                  <a:pt x="6096002" y="2116944"/>
                  <a:pt x="6096002" y="3429000"/>
                </a:cubicBezTo>
                <a:cubicBezTo>
                  <a:pt x="6096002" y="4741056"/>
                  <a:pt x="5656533" y="5928900"/>
                  <a:pt x="4946007" y="6788730"/>
                </a:cubicBezTo>
                <a:lnTo>
                  <a:pt x="4885967"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6" name="Freeform: Shape 35">
            <a:extLst>
              <a:ext uri="{FF2B5EF4-FFF2-40B4-BE49-F238E27FC236}">
                <a16:creationId xmlns:a16="http://schemas.microsoft.com/office/drawing/2014/main" id="{A9682493-588A-4D52-98F6-FBBD80C07E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85370" cy="6858000"/>
          </a:xfrm>
          <a:custGeom>
            <a:avLst/>
            <a:gdLst>
              <a:gd name="connsiteX0" fmla="*/ 0 w 6085370"/>
              <a:gd name="connsiteY0" fmla="*/ 0 h 6858000"/>
              <a:gd name="connsiteX1" fmla="*/ 4875335 w 6085370"/>
              <a:gd name="connsiteY1" fmla="*/ 0 h 6858000"/>
              <a:gd name="connsiteX2" fmla="*/ 4935375 w 6085370"/>
              <a:gd name="connsiteY2" fmla="*/ 69271 h 6858000"/>
              <a:gd name="connsiteX3" fmla="*/ 6085370 w 6085370"/>
              <a:gd name="connsiteY3" fmla="*/ 3429000 h 6858000"/>
              <a:gd name="connsiteX4" fmla="*/ 4935375 w 6085370"/>
              <a:gd name="connsiteY4" fmla="*/ 6788730 h 6858000"/>
              <a:gd name="connsiteX5" fmla="*/ 4875335 w 6085370"/>
              <a:gd name="connsiteY5" fmla="*/ 6858000 h 6858000"/>
              <a:gd name="connsiteX6" fmla="*/ 0 w 6085370"/>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85370" h="6858000">
                <a:moveTo>
                  <a:pt x="0" y="0"/>
                </a:moveTo>
                <a:lnTo>
                  <a:pt x="4875335" y="0"/>
                </a:lnTo>
                <a:lnTo>
                  <a:pt x="4935375" y="69271"/>
                </a:lnTo>
                <a:cubicBezTo>
                  <a:pt x="5645901" y="929100"/>
                  <a:pt x="6085370" y="2116944"/>
                  <a:pt x="6085370" y="3429000"/>
                </a:cubicBezTo>
                <a:cubicBezTo>
                  <a:pt x="6085370" y="4741056"/>
                  <a:pt x="5645901" y="5928900"/>
                  <a:pt x="4935375" y="6788730"/>
                </a:cubicBezTo>
                <a:lnTo>
                  <a:pt x="4875335"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33D8EFE-6212-D211-C8C0-22739644FB16}"/>
              </a:ext>
            </a:extLst>
          </p:cNvPr>
          <p:cNvSpPr>
            <a:spLocks noGrp="1"/>
          </p:cNvSpPr>
          <p:nvPr>
            <p:ph type="title"/>
          </p:nvPr>
        </p:nvSpPr>
        <p:spPr>
          <a:xfrm>
            <a:off x="438913" y="859536"/>
            <a:ext cx="4832802" cy="1170432"/>
          </a:xfrm>
        </p:spPr>
        <p:txBody>
          <a:bodyPr anchor="b">
            <a:normAutofit/>
          </a:bodyPr>
          <a:lstStyle/>
          <a:p>
            <a:r>
              <a:rPr lang="en-US" sz="3400">
                <a:latin typeface="Ubuntu"/>
              </a:rPr>
              <a:t>Windows Enumeration</a:t>
            </a:r>
            <a:endParaRPr lang="en-US" sz="3400"/>
          </a:p>
        </p:txBody>
      </p:sp>
      <p:sp>
        <p:nvSpPr>
          <p:cNvPr id="37" name="Rectangle 36">
            <a:extLst>
              <a:ext uri="{FF2B5EF4-FFF2-40B4-BE49-F238E27FC236}">
                <a16:creationId xmlns:a16="http://schemas.microsoft.com/office/drawing/2014/main" id="{FBEC5A7A-ADE4-48D9-B89C-2BA1C91106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03236" y="36338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3" name="Rectangle 32">
            <a:extLst>
              <a:ext uri="{FF2B5EF4-FFF2-40B4-BE49-F238E27FC236}">
                <a16:creationId xmlns:a16="http://schemas.microsoft.com/office/drawing/2014/main" id="{82095FCE-EF05-4443-B97A-85DEE3A5CA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92" y="2185062"/>
            <a:ext cx="49377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Content Placeholder 6">
            <a:extLst>
              <a:ext uri="{FF2B5EF4-FFF2-40B4-BE49-F238E27FC236}">
                <a16:creationId xmlns:a16="http://schemas.microsoft.com/office/drawing/2014/main" id="{32B2D942-EB73-4D81-0669-CAE330E8037F}"/>
              </a:ext>
            </a:extLst>
          </p:cNvPr>
          <p:cNvSpPr>
            <a:spLocks noGrp="1"/>
          </p:cNvSpPr>
          <p:nvPr>
            <p:ph idx="1"/>
          </p:nvPr>
        </p:nvSpPr>
        <p:spPr>
          <a:xfrm>
            <a:off x="438912" y="2512611"/>
            <a:ext cx="4832803" cy="3664351"/>
          </a:xfrm>
        </p:spPr>
        <p:txBody>
          <a:bodyPr vert="horz" lIns="91440" tIns="45720" rIns="91440" bIns="45720" rtlCol="0" anchor="t">
            <a:normAutofit lnSpcReduction="10000"/>
          </a:bodyPr>
          <a:lstStyle/>
          <a:p>
            <a:pPr marL="0" indent="0">
              <a:buNone/>
            </a:pPr>
            <a:r>
              <a:rPr lang="en-US" sz="1600" err="1">
                <a:latin typeface="Ubuntu"/>
                <a:ea typeface="+mn-lt"/>
                <a:cs typeface="+mn-lt"/>
              </a:rPr>
              <a:t>systeminfo</a:t>
            </a:r>
            <a:r>
              <a:rPr lang="en-US" sz="1600" dirty="0">
                <a:latin typeface="Ubuntu"/>
                <a:ea typeface="+mn-lt"/>
                <a:cs typeface="+mn-lt"/>
              </a:rPr>
              <a:t> Command:</a:t>
            </a:r>
            <a:endParaRPr lang="en-US" sz="1600">
              <a:latin typeface="Ubuntu"/>
            </a:endParaRPr>
          </a:p>
          <a:p>
            <a:r>
              <a:rPr lang="en-US" sz="1600" dirty="0">
                <a:latin typeface="Ubuntu"/>
                <a:ea typeface="+mn-lt"/>
                <a:cs typeface="+mn-lt"/>
              </a:rPr>
              <a:t>Shows: Complete system configuration details</a:t>
            </a:r>
            <a:endParaRPr lang="en-US" sz="1600" dirty="0">
              <a:latin typeface="Ubuntu"/>
            </a:endParaRPr>
          </a:p>
          <a:p>
            <a:r>
              <a:rPr lang="en-US" sz="1600" dirty="0">
                <a:latin typeface="Ubuntu"/>
                <a:ea typeface="+mn-lt"/>
                <a:cs typeface="+mn-lt"/>
              </a:rPr>
              <a:t>Reveals: OS version, install date, hardware specs, domain role</a:t>
            </a:r>
            <a:endParaRPr lang="en-US" sz="1600" dirty="0">
              <a:latin typeface="Ubuntu"/>
            </a:endParaRPr>
          </a:p>
          <a:p>
            <a:r>
              <a:rPr lang="en-US" sz="1600" dirty="0">
                <a:latin typeface="Ubuntu"/>
                <a:ea typeface="+mn-lt"/>
                <a:cs typeface="+mn-lt"/>
              </a:rPr>
              <a:t>Key Finding: This is a Windows Server 2019 Domain Controller</a:t>
            </a:r>
            <a:endParaRPr lang="en-US" sz="1600" dirty="0">
              <a:latin typeface="Ubuntu"/>
            </a:endParaRPr>
          </a:p>
          <a:p>
            <a:r>
              <a:rPr lang="en-US" sz="1600" dirty="0">
                <a:latin typeface="Ubuntu"/>
                <a:ea typeface="+mn-lt"/>
                <a:cs typeface="+mn-lt"/>
              </a:rPr>
              <a:t>wmic </a:t>
            </a:r>
            <a:r>
              <a:rPr lang="en-US" sz="1600" dirty="0" err="1">
                <a:latin typeface="Ubuntu"/>
                <a:ea typeface="+mn-lt"/>
                <a:cs typeface="+mn-lt"/>
              </a:rPr>
              <a:t>qfe</a:t>
            </a:r>
            <a:r>
              <a:rPr lang="en-US" sz="1600" dirty="0">
                <a:latin typeface="Ubuntu"/>
                <a:ea typeface="+mn-lt"/>
                <a:cs typeface="+mn-lt"/>
              </a:rPr>
              <a:t> list brief | find /c /v "" Command:</a:t>
            </a:r>
            <a:endParaRPr lang="en-US" sz="1600">
              <a:latin typeface="Ubuntu"/>
            </a:endParaRPr>
          </a:p>
          <a:p>
            <a:r>
              <a:rPr lang="en-US" sz="1600" dirty="0">
                <a:latin typeface="Ubuntu"/>
                <a:ea typeface="+mn-lt"/>
                <a:cs typeface="+mn-lt"/>
              </a:rPr>
              <a:t>Shows: Count of installed Windows updates/hotfixes</a:t>
            </a:r>
            <a:endParaRPr lang="en-US" sz="1600">
              <a:latin typeface="Ubuntu"/>
            </a:endParaRPr>
          </a:p>
          <a:p>
            <a:r>
              <a:rPr lang="en-US" sz="1600" dirty="0">
                <a:latin typeface="Ubuntu"/>
                <a:ea typeface="+mn-lt"/>
                <a:cs typeface="+mn-lt"/>
              </a:rPr>
              <a:t>Reveals: Total number of security patches and updates applied</a:t>
            </a:r>
            <a:endParaRPr lang="en-US" sz="1600">
              <a:latin typeface="Ubuntu"/>
            </a:endParaRPr>
          </a:p>
          <a:p>
            <a:r>
              <a:rPr lang="en-US" sz="1600" dirty="0">
                <a:latin typeface="Ubuntu"/>
                <a:ea typeface="+mn-lt"/>
                <a:cs typeface="+mn-lt"/>
              </a:rPr>
              <a:t>Key Finding: 30 hotfixes installed on this</a:t>
            </a:r>
            <a:r>
              <a:rPr lang="en-US" sz="1800" dirty="0">
                <a:latin typeface="Ubuntu"/>
                <a:ea typeface="+mn-lt"/>
                <a:cs typeface="+mn-lt"/>
              </a:rPr>
              <a:t> system</a:t>
            </a:r>
            <a:endParaRPr lang="en-US" dirty="0">
              <a:latin typeface="Ubuntu"/>
            </a:endParaRPr>
          </a:p>
        </p:txBody>
      </p:sp>
      <p:pic>
        <p:nvPicPr>
          <p:cNvPr id="3" name="Content Placeholder 2" descr="A computer screen shot of a computer program&#10;&#10;AI-generated content may be incorrect.">
            <a:extLst>
              <a:ext uri="{FF2B5EF4-FFF2-40B4-BE49-F238E27FC236}">
                <a16:creationId xmlns:a16="http://schemas.microsoft.com/office/drawing/2014/main" id="{EF4C9DC4-10ED-AC27-0F53-5EF90E6F3B33}"/>
              </a:ext>
            </a:extLst>
          </p:cNvPr>
          <p:cNvPicPr>
            <a:picLocks noChangeAspect="1"/>
          </p:cNvPicPr>
          <p:nvPr/>
        </p:nvPicPr>
        <p:blipFill>
          <a:blip r:embed="rId2"/>
          <a:stretch>
            <a:fillRect/>
          </a:stretch>
        </p:blipFill>
        <p:spPr>
          <a:xfrm>
            <a:off x="6620256" y="546655"/>
            <a:ext cx="5138928" cy="2685089"/>
          </a:xfrm>
          <a:prstGeom prst="rect">
            <a:avLst/>
          </a:prstGeom>
        </p:spPr>
      </p:pic>
      <p:pic>
        <p:nvPicPr>
          <p:cNvPr id="5" name="Picture 4" descr="A blue screen with white text&#10;&#10;AI-generated content may be incorrect.">
            <a:extLst>
              <a:ext uri="{FF2B5EF4-FFF2-40B4-BE49-F238E27FC236}">
                <a16:creationId xmlns:a16="http://schemas.microsoft.com/office/drawing/2014/main" id="{37C2911F-0F66-5C12-613C-C47B0D62A0F3}"/>
              </a:ext>
            </a:extLst>
          </p:cNvPr>
          <p:cNvPicPr>
            <a:picLocks noChangeAspect="1"/>
          </p:cNvPicPr>
          <p:nvPr/>
        </p:nvPicPr>
        <p:blipFill>
          <a:blip r:embed="rId3"/>
          <a:stretch>
            <a:fillRect/>
          </a:stretch>
        </p:blipFill>
        <p:spPr>
          <a:xfrm>
            <a:off x="6349545" y="3369928"/>
            <a:ext cx="5138928" cy="976396"/>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A1D770C4-E6EC-DB31-6366-D71385C97838}"/>
              </a:ext>
            </a:extLst>
          </p:cNvPr>
          <p:cNvPicPr>
            <a:picLocks noChangeAspect="1"/>
          </p:cNvPicPr>
          <p:nvPr/>
        </p:nvPicPr>
        <p:blipFill>
          <a:blip r:embed="rId4"/>
          <a:stretch>
            <a:fillRect/>
          </a:stretch>
        </p:blipFill>
        <p:spPr>
          <a:xfrm>
            <a:off x="6094496" y="4641934"/>
            <a:ext cx="5276850" cy="1704975"/>
          </a:xfrm>
          <a:prstGeom prst="rect">
            <a:avLst/>
          </a:prstGeom>
        </p:spPr>
      </p:pic>
    </p:spTree>
    <p:extLst>
      <p:ext uri="{BB962C8B-B14F-4D97-AF65-F5344CB8AC3E}">
        <p14:creationId xmlns:p14="http://schemas.microsoft.com/office/powerpoint/2010/main" val="5102650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C37AE-3837-9A47-DE05-79728E911258}"/>
              </a:ext>
            </a:extLst>
          </p:cNvPr>
          <p:cNvSpPr>
            <a:spLocks noGrp="1"/>
          </p:cNvSpPr>
          <p:nvPr>
            <p:ph type="title"/>
          </p:nvPr>
        </p:nvSpPr>
        <p:spPr/>
        <p:txBody>
          <a:bodyPr>
            <a:normAutofit/>
          </a:bodyPr>
          <a:lstStyle/>
          <a:p>
            <a:r>
              <a:rPr lang="en-US" sz="3600" b="1" dirty="0">
                <a:latin typeface="Ubuntu"/>
                <a:ea typeface="Source Sans Pro"/>
              </a:rPr>
              <a:t>DNS, SMB, and SNMP</a:t>
            </a:r>
            <a:endParaRPr lang="en-US" sz="3600" b="1">
              <a:latin typeface="Ubuntu"/>
            </a:endParaRPr>
          </a:p>
        </p:txBody>
      </p:sp>
      <p:sp>
        <p:nvSpPr>
          <p:cNvPr id="3" name="Content Placeholder 2">
            <a:extLst>
              <a:ext uri="{FF2B5EF4-FFF2-40B4-BE49-F238E27FC236}">
                <a16:creationId xmlns:a16="http://schemas.microsoft.com/office/drawing/2014/main" id="{E6AA48E1-FD00-8EC5-A420-104CE7F84A9F}"/>
              </a:ext>
            </a:extLst>
          </p:cNvPr>
          <p:cNvSpPr>
            <a:spLocks noGrp="1"/>
          </p:cNvSpPr>
          <p:nvPr>
            <p:ph idx="1"/>
          </p:nvPr>
        </p:nvSpPr>
        <p:spPr/>
        <p:txBody>
          <a:bodyPr vert="horz" lIns="91440" tIns="45720" rIns="91440" bIns="45720" rtlCol="0" anchor="t">
            <a:normAutofit/>
          </a:bodyPr>
          <a:lstStyle/>
          <a:p>
            <a:r>
              <a:rPr lang="en-US" sz="1600" dirty="0">
                <a:latin typeface="Ubuntu"/>
                <a:ea typeface="+mn-lt"/>
                <a:cs typeface="+mn-lt"/>
              </a:rPr>
              <a:t>Query DNS records (A, AAAA, CNAME, TXT) to discover network information</a:t>
            </a:r>
            <a:endParaRPr lang="en-US" sz="1600">
              <a:latin typeface="Ubuntu"/>
            </a:endParaRPr>
          </a:p>
          <a:p>
            <a:r>
              <a:rPr lang="en-US" sz="1600" dirty="0">
                <a:latin typeface="Ubuntu"/>
                <a:ea typeface="+mn-lt"/>
                <a:cs typeface="+mn-lt"/>
              </a:rPr>
              <a:t>Attempt DNS zone transfers using dig -t AXFR example.com @192.168.1.100</a:t>
            </a:r>
            <a:endParaRPr lang="en-US" sz="1600">
              <a:latin typeface="Ubuntu"/>
            </a:endParaRPr>
          </a:p>
          <a:p>
            <a:r>
              <a:rPr lang="en-US" sz="1600" dirty="0">
                <a:latin typeface="Ubuntu"/>
                <a:ea typeface="+mn-lt"/>
                <a:cs typeface="+mn-lt"/>
              </a:rPr>
              <a:t>As the pic shows the domain transfers can reveal hidden hosts if not properly restricted</a:t>
            </a:r>
          </a:p>
          <a:p>
            <a:endParaRPr lang="en-US" sz="1600" dirty="0">
              <a:latin typeface="Ubuntu"/>
            </a:endParaRPr>
          </a:p>
        </p:txBody>
      </p:sp>
      <p:pic>
        <p:nvPicPr>
          <p:cNvPr id="5" name="Picture 4" descr="A screenshot of a computer program&#10;&#10;AI-generated content may be incorrect.">
            <a:extLst>
              <a:ext uri="{FF2B5EF4-FFF2-40B4-BE49-F238E27FC236}">
                <a16:creationId xmlns:a16="http://schemas.microsoft.com/office/drawing/2014/main" id="{A46F7CD3-5F98-1546-DF7F-FC0700989122}"/>
              </a:ext>
            </a:extLst>
          </p:cNvPr>
          <p:cNvPicPr>
            <a:picLocks noChangeAspect="1"/>
          </p:cNvPicPr>
          <p:nvPr/>
        </p:nvPicPr>
        <p:blipFill>
          <a:blip r:embed="rId2"/>
          <a:stretch>
            <a:fillRect/>
          </a:stretch>
        </p:blipFill>
        <p:spPr>
          <a:xfrm>
            <a:off x="4854087" y="2795587"/>
            <a:ext cx="6622073" cy="3365255"/>
          </a:xfrm>
          <a:prstGeom prst="rect">
            <a:avLst/>
          </a:prstGeom>
        </p:spPr>
      </p:pic>
      <p:pic>
        <p:nvPicPr>
          <p:cNvPr id="4" name="Picture 3" descr="A screenshot of a computer&#10;&#10;AI-generated content may be incorrect.">
            <a:extLst>
              <a:ext uri="{FF2B5EF4-FFF2-40B4-BE49-F238E27FC236}">
                <a16:creationId xmlns:a16="http://schemas.microsoft.com/office/drawing/2014/main" id="{DD0A6101-C527-DC91-A0BB-E6113B6BCD32}"/>
              </a:ext>
            </a:extLst>
          </p:cNvPr>
          <p:cNvPicPr>
            <a:picLocks noChangeAspect="1"/>
          </p:cNvPicPr>
          <p:nvPr/>
        </p:nvPicPr>
        <p:blipFill>
          <a:blip r:embed="rId3"/>
          <a:stretch>
            <a:fillRect/>
          </a:stretch>
        </p:blipFill>
        <p:spPr>
          <a:xfrm>
            <a:off x="842595" y="2938463"/>
            <a:ext cx="4164624" cy="1555505"/>
          </a:xfrm>
          <a:prstGeom prst="rect">
            <a:avLst/>
          </a:prstGeom>
        </p:spPr>
      </p:pic>
    </p:spTree>
    <p:extLst>
      <p:ext uri="{BB962C8B-B14F-4D97-AF65-F5344CB8AC3E}">
        <p14:creationId xmlns:p14="http://schemas.microsoft.com/office/powerpoint/2010/main" val="35186313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D32E3-9819-5950-6D07-5C4AC08D10CF}"/>
              </a:ext>
            </a:extLst>
          </p:cNvPr>
          <p:cNvSpPr>
            <a:spLocks noGrp="1"/>
          </p:cNvSpPr>
          <p:nvPr>
            <p:ph type="title"/>
          </p:nvPr>
        </p:nvSpPr>
        <p:spPr/>
        <p:txBody>
          <a:bodyPr>
            <a:normAutofit/>
          </a:bodyPr>
          <a:lstStyle/>
          <a:p>
            <a:r>
              <a:rPr lang="en-US" sz="3600" b="1" dirty="0">
                <a:latin typeface="Ubuntu"/>
              </a:rPr>
              <a:t>SMB</a:t>
            </a:r>
          </a:p>
        </p:txBody>
      </p:sp>
      <p:sp>
        <p:nvSpPr>
          <p:cNvPr id="7" name="Content Placeholder 6">
            <a:extLst>
              <a:ext uri="{FF2B5EF4-FFF2-40B4-BE49-F238E27FC236}">
                <a16:creationId xmlns:a16="http://schemas.microsoft.com/office/drawing/2014/main" id="{482F6B45-CBE5-17E6-B917-4C5FE071FEB7}"/>
              </a:ext>
            </a:extLst>
          </p:cNvPr>
          <p:cNvSpPr>
            <a:spLocks noGrp="1"/>
          </p:cNvSpPr>
          <p:nvPr>
            <p:ph idx="1"/>
          </p:nvPr>
        </p:nvSpPr>
        <p:spPr/>
        <p:txBody>
          <a:bodyPr vert="horz" lIns="91440" tIns="45720" rIns="91440" bIns="45720" rtlCol="0" anchor="t">
            <a:normAutofit/>
          </a:bodyPr>
          <a:lstStyle/>
          <a:p>
            <a:r>
              <a:rPr lang="en-US" sz="1600" dirty="0">
                <a:latin typeface="Ubuntu"/>
                <a:ea typeface="+mn-lt"/>
                <a:cs typeface="+mn-lt"/>
              </a:rPr>
              <a:t>Server Message Block protocol for file/printer sharing</a:t>
            </a:r>
            <a:endParaRPr lang="en-US" sz="1600">
              <a:latin typeface="Ubuntu"/>
            </a:endParaRPr>
          </a:p>
          <a:p>
            <a:r>
              <a:rPr lang="en-US" sz="1600" dirty="0">
                <a:latin typeface="Ubuntu"/>
                <a:ea typeface="+mn-lt"/>
                <a:cs typeface="+mn-lt"/>
              </a:rPr>
              <a:t>Discover shared resources using net share</a:t>
            </a:r>
            <a:endParaRPr lang="en-US" sz="1600">
              <a:latin typeface="Ubuntu"/>
            </a:endParaRPr>
          </a:p>
          <a:p>
            <a:r>
              <a:rPr lang="en-US" sz="1600" dirty="0">
                <a:latin typeface="Ubuntu"/>
                <a:ea typeface="+mn-lt"/>
                <a:cs typeface="+mn-lt"/>
              </a:rPr>
              <a:t>As you can see in the pic this </a:t>
            </a:r>
            <a:r>
              <a:rPr lang="en-US" sz="1600" dirty="0" err="1">
                <a:latin typeface="Ubuntu"/>
                <a:ea typeface="+mn-lt"/>
                <a:cs typeface="+mn-lt"/>
              </a:rPr>
              <a:t>identifys</a:t>
            </a:r>
            <a:r>
              <a:rPr lang="en-US" sz="1600" dirty="0">
                <a:latin typeface="Ubuntu"/>
                <a:ea typeface="+mn-lt"/>
                <a:cs typeface="+mn-lt"/>
              </a:rPr>
              <a:t> accessible folders and network resources</a:t>
            </a:r>
            <a:endParaRPr lang="en-US" sz="1600" dirty="0">
              <a:latin typeface="Ubuntu"/>
            </a:endParaRPr>
          </a:p>
        </p:txBody>
      </p:sp>
      <p:pic>
        <p:nvPicPr>
          <p:cNvPr id="9" name="Picture 8" descr="A screen shot of a computer&#10;&#10;AI-generated content may be incorrect.">
            <a:extLst>
              <a:ext uri="{FF2B5EF4-FFF2-40B4-BE49-F238E27FC236}">
                <a16:creationId xmlns:a16="http://schemas.microsoft.com/office/drawing/2014/main" id="{C3BCB3F3-7639-C28F-C5F9-5D331D912900}"/>
              </a:ext>
            </a:extLst>
          </p:cNvPr>
          <p:cNvPicPr>
            <a:picLocks noChangeAspect="1"/>
          </p:cNvPicPr>
          <p:nvPr/>
        </p:nvPicPr>
        <p:blipFill>
          <a:blip r:embed="rId2"/>
          <a:stretch>
            <a:fillRect/>
          </a:stretch>
        </p:blipFill>
        <p:spPr>
          <a:xfrm>
            <a:off x="1159042" y="2985587"/>
            <a:ext cx="5251784" cy="2390775"/>
          </a:xfrm>
          <a:prstGeom prst="rect">
            <a:avLst/>
          </a:prstGeom>
        </p:spPr>
      </p:pic>
      <p:pic>
        <p:nvPicPr>
          <p:cNvPr id="11" name="Picture 10" descr="A screenshot of a computer program&#10;&#10;AI-generated content may be incorrect.">
            <a:extLst>
              <a:ext uri="{FF2B5EF4-FFF2-40B4-BE49-F238E27FC236}">
                <a16:creationId xmlns:a16="http://schemas.microsoft.com/office/drawing/2014/main" id="{1A6CF9D6-7DD8-9ED6-462B-F85E0DAA8008}"/>
              </a:ext>
            </a:extLst>
          </p:cNvPr>
          <p:cNvPicPr>
            <a:picLocks noChangeAspect="1"/>
          </p:cNvPicPr>
          <p:nvPr/>
        </p:nvPicPr>
        <p:blipFill>
          <a:blip r:embed="rId3"/>
          <a:stretch>
            <a:fillRect/>
          </a:stretch>
        </p:blipFill>
        <p:spPr>
          <a:xfrm>
            <a:off x="6399045" y="3109662"/>
            <a:ext cx="5550068" cy="2343150"/>
          </a:xfrm>
          <a:prstGeom prst="rect">
            <a:avLst/>
          </a:prstGeom>
        </p:spPr>
      </p:pic>
    </p:spTree>
    <p:extLst>
      <p:ext uri="{BB962C8B-B14F-4D97-AF65-F5344CB8AC3E}">
        <p14:creationId xmlns:p14="http://schemas.microsoft.com/office/powerpoint/2010/main" val="7812223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B0C11-8880-310E-C7A4-16890C233220}"/>
              </a:ext>
            </a:extLst>
          </p:cNvPr>
          <p:cNvSpPr>
            <a:spLocks noGrp="1"/>
          </p:cNvSpPr>
          <p:nvPr>
            <p:ph type="title"/>
          </p:nvPr>
        </p:nvSpPr>
        <p:spPr/>
        <p:txBody>
          <a:bodyPr>
            <a:normAutofit/>
          </a:bodyPr>
          <a:lstStyle/>
          <a:p>
            <a:r>
              <a:rPr lang="en-US" sz="3600" b="1" dirty="0">
                <a:latin typeface="Ubuntu"/>
              </a:rPr>
              <a:t>SNMP</a:t>
            </a:r>
          </a:p>
        </p:txBody>
      </p:sp>
      <p:sp>
        <p:nvSpPr>
          <p:cNvPr id="3" name="Content Placeholder 2">
            <a:extLst>
              <a:ext uri="{FF2B5EF4-FFF2-40B4-BE49-F238E27FC236}">
                <a16:creationId xmlns:a16="http://schemas.microsoft.com/office/drawing/2014/main" id="{AADE04A1-6958-2AE9-1327-C544E87F5566}"/>
              </a:ext>
            </a:extLst>
          </p:cNvPr>
          <p:cNvSpPr>
            <a:spLocks noGrp="1"/>
          </p:cNvSpPr>
          <p:nvPr>
            <p:ph idx="1"/>
          </p:nvPr>
        </p:nvSpPr>
        <p:spPr/>
        <p:txBody>
          <a:bodyPr vert="horz" lIns="91440" tIns="45720" rIns="91440" bIns="45720" rtlCol="0" anchor="t">
            <a:normAutofit/>
          </a:bodyPr>
          <a:lstStyle/>
          <a:p>
            <a:r>
              <a:rPr lang="en-US" sz="1600" dirty="0">
                <a:latin typeface="Ubuntu"/>
                <a:ea typeface="+mn-lt"/>
                <a:cs typeface="+mn-lt"/>
              </a:rPr>
              <a:t>Simple Network Management Protocol for device management</a:t>
            </a:r>
            <a:endParaRPr lang="en-US" sz="1600">
              <a:latin typeface="Ubuntu"/>
            </a:endParaRPr>
          </a:p>
          <a:p>
            <a:r>
              <a:rPr lang="en-US" sz="1600" dirty="0">
                <a:latin typeface="Ubuntu"/>
                <a:ea typeface="+mn-lt"/>
                <a:cs typeface="+mn-lt"/>
              </a:rPr>
              <a:t>Can expose system information and network data</a:t>
            </a:r>
          </a:p>
          <a:p>
            <a:r>
              <a:rPr lang="en-US" sz="1600" dirty="0">
                <a:latin typeface="Ubuntu"/>
                <a:ea typeface="+mn-lt"/>
                <a:cs typeface="+mn-lt"/>
              </a:rPr>
              <a:t>AS task indicates  it check for public community strings and accessible MIB data</a:t>
            </a:r>
            <a:endParaRPr lang="en-US" sz="1600" dirty="0">
              <a:latin typeface="Ubuntu"/>
            </a:endParaRPr>
          </a:p>
        </p:txBody>
      </p:sp>
      <p:pic>
        <p:nvPicPr>
          <p:cNvPr id="4" name="Picture 3" descr="A screen shot of a computer screen&#10;&#10;AI-generated content may be incorrect.">
            <a:extLst>
              <a:ext uri="{FF2B5EF4-FFF2-40B4-BE49-F238E27FC236}">
                <a16:creationId xmlns:a16="http://schemas.microsoft.com/office/drawing/2014/main" id="{A8DFC935-EC0D-A17F-CCF0-8658FF2EBD4E}"/>
              </a:ext>
            </a:extLst>
          </p:cNvPr>
          <p:cNvPicPr>
            <a:picLocks noChangeAspect="1"/>
          </p:cNvPicPr>
          <p:nvPr/>
        </p:nvPicPr>
        <p:blipFill>
          <a:blip r:embed="rId2"/>
          <a:stretch>
            <a:fillRect/>
          </a:stretch>
        </p:blipFill>
        <p:spPr>
          <a:xfrm>
            <a:off x="1081338" y="2995613"/>
            <a:ext cx="8324850" cy="2009775"/>
          </a:xfrm>
          <a:prstGeom prst="rect">
            <a:avLst/>
          </a:prstGeom>
        </p:spPr>
      </p:pic>
    </p:spTree>
    <p:extLst>
      <p:ext uri="{BB962C8B-B14F-4D97-AF65-F5344CB8AC3E}">
        <p14:creationId xmlns:p14="http://schemas.microsoft.com/office/powerpoint/2010/main" val="11900688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FEAD8-2B15-3DD2-F38F-B2A4D6BA814D}"/>
              </a:ext>
            </a:extLst>
          </p:cNvPr>
          <p:cNvSpPr>
            <a:spLocks noGrp="1"/>
          </p:cNvSpPr>
          <p:nvPr>
            <p:ph type="title"/>
          </p:nvPr>
        </p:nvSpPr>
        <p:spPr/>
        <p:txBody>
          <a:bodyPr>
            <a:normAutofit/>
          </a:bodyPr>
          <a:lstStyle/>
          <a:p>
            <a:r>
              <a:rPr lang="en-US" sz="3600" b="1" dirty="0">
                <a:latin typeface="Ubuntu"/>
                <a:ea typeface="Source Sans Pro"/>
              </a:rPr>
              <a:t>More Tools for Windows</a:t>
            </a:r>
            <a:endParaRPr lang="en-US" sz="3600" b="1" dirty="0">
              <a:latin typeface="Ubuntu"/>
            </a:endParaRPr>
          </a:p>
        </p:txBody>
      </p:sp>
      <p:sp>
        <p:nvSpPr>
          <p:cNvPr id="3" name="Content Placeholder 2">
            <a:extLst>
              <a:ext uri="{FF2B5EF4-FFF2-40B4-BE49-F238E27FC236}">
                <a16:creationId xmlns:a16="http://schemas.microsoft.com/office/drawing/2014/main" id="{F6C63C2F-9AC9-F60E-64C3-EC9FA439432B}"/>
              </a:ext>
            </a:extLst>
          </p:cNvPr>
          <p:cNvSpPr>
            <a:spLocks noGrp="1"/>
          </p:cNvSpPr>
          <p:nvPr>
            <p:ph idx="1"/>
          </p:nvPr>
        </p:nvSpPr>
        <p:spPr/>
        <p:txBody>
          <a:bodyPr vert="horz" lIns="91440" tIns="45720" rIns="91440" bIns="45720" rtlCol="0" anchor="t">
            <a:normAutofit/>
          </a:bodyPr>
          <a:lstStyle/>
          <a:p>
            <a:r>
              <a:rPr lang="en-US" sz="1600" dirty="0">
                <a:latin typeface="Ubuntu"/>
                <a:ea typeface="+mn-lt"/>
                <a:cs typeface="+mn-lt"/>
              </a:rPr>
              <a:t>Process Explorer  focuses on processes and their resources</a:t>
            </a:r>
            <a:endParaRPr lang="en-US" sz="1600">
              <a:latin typeface="Ubuntu"/>
            </a:endParaRPr>
          </a:p>
          <a:p>
            <a:r>
              <a:rPr lang="en-US" sz="1600" dirty="0">
                <a:latin typeface="Ubuntu"/>
                <a:ea typeface="+mn-lt"/>
                <a:cs typeface="+mn-lt"/>
              </a:rPr>
              <a:t>Process Monitor  real-time monitoring tool</a:t>
            </a:r>
            <a:endParaRPr lang="en-US" sz="1600">
              <a:latin typeface="Ubuntu"/>
            </a:endParaRPr>
          </a:p>
          <a:p>
            <a:r>
              <a:rPr lang="en-US" sz="1600" err="1">
                <a:latin typeface="Ubuntu"/>
                <a:ea typeface="+mn-lt"/>
                <a:cs typeface="+mn-lt"/>
              </a:rPr>
              <a:t>PsList</a:t>
            </a:r>
            <a:r>
              <a:rPr lang="en-US" sz="1600" dirty="0">
                <a:latin typeface="Ubuntu"/>
                <a:ea typeface="+mn-lt"/>
                <a:cs typeface="+mn-lt"/>
              </a:rPr>
              <a:t>  process information</a:t>
            </a:r>
          </a:p>
          <a:p>
            <a:r>
              <a:rPr lang="en-US" sz="1600" err="1">
                <a:latin typeface="Ubuntu"/>
                <a:ea typeface="+mn-lt"/>
                <a:cs typeface="+mn-lt"/>
              </a:rPr>
              <a:t>PsLoggedOn</a:t>
            </a:r>
            <a:r>
              <a:rPr lang="en-US" sz="1600" dirty="0">
                <a:latin typeface="Ubuntu"/>
                <a:ea typeface="+mn-lt"/>
                <a:cs typeface="+mn-lt"/>
              </a:rPr>
              <a:t> specifically mentions "Shows the logged-in users"  </a:t>
            </a:r>
          </a:p>
          <a:p>
            <a:r>
              <a:rPr lang="en-US" sz="1600" err="1">
                <a:latin typeface="Ubuntu"/>
                <a:ea typeface="+mn-lt"/>
                <a:cs typeface="+mn-lt"/>
              </a:rPr>
              <a:t>PsService</a:t>
            </a:r>
            <a:r>
              <a:rPr lang="en-US" sz="1600" dirty="0">
                <a:latin typeface="Ubuntu"/>
                <a:ea typeface="+mn-lt"/>
                <a:cs typeface="+mn-lt"/>
              </a:rPr>
              <a:t> service management</a:t>
            </a:r>
          </a:p>
          <a:p>
            <a:r>
              <a:rPr lang="en-US" sz="1600" dirty="0">
                <a:latin typeface="Ubuntu"/>
              </a:rPr>
              <a:t>No lab in this section </a:t>
            </a:r>
          </a:p>
        </p:txBody>
      </p:sp>
    </p:spTree>
    <p:extLst>
      <p:ext uri="{BB962C8B-B14F-4D97-AF65-F5344CB8AC3E}">
        <p14:creationId xmlns:p14="http://schemas.microsoft.com/office/powerpoint/2010/main" val="19112365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86430-FB88-BB8C-B8D3-4DC8EC38A650}"/>
              </a:ext>
            </a:extLst>
          </p:cNvPr>
          <p:cNvSpPr>
            <a:spLocks noGrp="1"/>
          </p:cNvSpPr>
          <p:nvPr>
            <p:ph type="title"/>
          </p:nvPr>
        </p:nvSpPr>
        <p:spPr/>
        <p:txBody>
          <a:bodyPr/>
          <a:lstStyle/>
          <a:p>
            <a:r>
              <a:rPr lang="en-US" sz="3600" b="1" dirty="0">
                <a:latin typeface="Ubuntu"/>
              </a:rPr>
              <a:t>Observations of seminar sessions</a:t>
            </a:r>
            <a:endParaRPr lang="en-US" b="1" dirty="0">
              <a:latin typeface="Ubuntu"/>
            </a:endParaRPr>
          </a:p>
        </p:txBody>
      </p:sp>
      <p:sp>
        <p:nvSpPr>
          <p:cNvPr id="3" name="Content Placeholder 2">
            <a:extLst>
              <a:ext uri="{FF2B5EF4-FFF2-40B4-BE49-F238E27FC236}">
                <a16:creationId xmlns:a16="http://schemas.microsoft.com/office/drawing/2014/main" id="{DA03CCE2-1134-95AA-265B-7E348C697F3B}"/>
              </a:ext>
            </a:extLst>
          </p:cNvPr>
          <p:cNvSpPr>
            <a:spLocks noGrp="1"/>
          </p:cNvSpPr>
          <p:nvPr>
            <p:ph idx="1"/>
          </p:nvPr>
        </p:nvSpPr>
        <p:spPr/>
        <p:txBody>
          <a:bodyPr vert="horz" lIns="91440" tIns="45720" rIns="91440" bIns="45720" rtlCol="0" anchor="t">
            <a:normAutofit/>
          </a:bodyPr>
          <a:lstStyle/>
          <a:p>
            <a:r>
              <a:rPr lang="en-US" sz="1600" dirty="0">
                <a:latin typeface="Ubuntu"/>
                <a:ea typeface="+mn-lt"/>
                <a:cs typeface="+mn-lt"/>
              </a:rPr>
              <a:t>During the  presentation, I found that the material was largely familiar, as I had already studied all the topics prior to the seminar. The presentations by my colleagues also covered the same concepts I was already familiar with.</a:t>
            </a:r>
          </a:p>
          <a:p>
            <a:r>
              <a:rPr lang="en-US" sz="1600" dirty="0">
                <a:latin typeface="Ubuntu"/>
                <a:ea typeface="+mn-lt"/>
                <a:cs typeface="+mn-lt"/>
              </a:rPr>
              <a:t>I did not encounter any concepts that I thought I understood but later discovered were incorrect.</a:t>
            </a:r>
          </a:p>
          <a:p>
            <a:r>
              <a:rPr lang="en-US" sz="1600" dirty="0">
                <a:latin typeface="Ubuntu"/>
                <a:ea typeface="+mn-lt"/>
                <a:cs typeface="+mn-lt"/>
              </a:rPr>
              <a:t>Previously known techniques that were validated includes such  </a:t>
            </a:r>
            <a:r>
              <a:rPr lang="en-US" sz="1600" dirty="0">
                <a:latin typeface="Ubuntu"/>
                <a:ea typeface="Source Sans Pro"/>
                <a:cs typeface="+mn-lt"/>
              </a:rPr>
              <a:t> </a:t>
            </a:r>
            <a:r>
              <a:rPr lang="en-US" sz="1600" dirty="0">
                <a:latin typeface="Ubuntu"/>
                <a:ea typeface="Source Sans Pro"/>
                <a:cs typeface="+mn-lt"/>
                <a:hlinkClick r:id="rId2">
                  <a:extLst>
                    <a:ext uri="{A12FA001-AC4F-418D-AE19-62706E023703}">
                      <ahyp:hlinkClr xmlns:ahyp="http://schemas.microsoft.com/office/drawing/2018/hyperlinkcolor" val="tx"/>
                    </a:ext>
                  </a:extLst>
                </a:hlinkClick>
              </a:rPr>
              <a:t>Burp Suite</a:t>
            </a:r>
            <a:r>
              <a:rPr lang="en-US" sz="1600" dirty="0">
                <a:latin typeface="Ubuntu"/>
                <a:ea typeface="Source Sans Pro"/>
                <a:cs typeface="+mn-lt"/>
              </a:rPr>
              <a:t>, Enumerating Users via Verbo, Authentication Enumeration,  Enumerating Users via Verbose Errors, Credential Injection,  and Enumeration through Command Prompt</a:t>
            </a:r>
          </a:p>
        </p:txBody>
      </p:sp>
    </p:spTree>
    <p:extLst>
      <p:ext uri="{BB962C8B-B14F-4D97-AF65-F5344CB8AC3E}">
        <p14:creationId xmlns:p14="http://schemas.microsoft.com/office/powerpoint/2010/main" val="16683976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D7EC4-A825-EE7C-474F-E4FBDDB41679}"/>
              </a:ext>
            </a:extLst>
          </p:cNvPr>
          <p:cNvSpPr>
            <a:spLocks noGrp="1"/>
          </p:cNvSpPr>
          <p:nvPr>
            <p:ph type="title"/>
          </p:nvPr>
        </p:nvSpPr>
        <p:spPr/>
        <p:txBody>
          <a:bodyPr>
            <a:normAutofit/>
          </a:bodyPr>
          <a:lstStyle/>
          <a:p>
            <a:r>
              <a:rPr lang="en-US" sz="3600" b="1" dirty="0">
                <a:latin typeface="Ubuntu"/>
                <a:ea typeface="Calibri"/>
                <a:cs typeface="Calibri"/>
              </a:rPr>
              <a:t>General Information</a:t>
            </a:r>
            <a:endParaRPr lang="en-US" sz="3600" b="1" dirty="0">
              <a:latin typeface="Ubuntu"/>
            </a:endParaRPr>
          </a:p>
        </p:txBody>
      </p:sp>
      <p:sp>
        <p:nvSpPr>
          <p:cNvPr id="3" name="Content Placeholder 2">
            <a:extLst>
              <a:ext uri="{FF2B5EF4-FFF2-40B4-BE49-F238E27FC236}">
                <a16:creationId xmlns:a16="http://schemas.microsoft.com/office/drawing/2014/main" id="{3343927A-D568-0FA8-5D2E-409A166B017B}"/>
              </a:ext>
            </a:extLst>
          </p:cNvPr>
          <p:cNvSpPr>
            <a:spLocks noGrp="1"/>
          </p:cNvSpPr>
          <p:nvPr>
            <p:ph idx="1"/>
          </p:nvPr>
        </p:nvSpPr>
        <p:spPr/>
        <p:txBody>
          <a:bodyPr vert="horz" lIns="91440" tIns="45720" rIns="91440" bIns="45720" rtlCol="0" anchor="t">
            <a:noAutofit/>
          </a:bodyPr>
          <a:lstStyle/>
          <a:p>
            <a:r>
              <a:rPr lang="en-US" sz="1600" dirty="0">
                <a:latin typeface="Ubuntu"/>
                <a:ea typeface="Calibri"/>
                <a:cs typeface="Calibri"/>
              </a:rPr>
              <a:t>This assessment focused on Linux and Windows system enumeration techniques using built-in command-line tools to gather critical system information, security posture details, and network service configurations  on the attack box</a:t>
            </a:r>
          </a:p>
          <a:p>
            <a:r>
              <a:rPr lang="en-US" sz="1600" dirty="0">
                <a:latin typeface="Ubuntu"/>
                <a:ea typeface="Calibri"/>
                <a:cs typeface="Calibri"/>
              </a:rPr>
              <a:t>Key Takeaways from Tools and Techniques:</a:t>
            </a:r>
            <a:endParaRPr lang="en-US" sz="1600">
              <a:latin typeface="Ubuntu"/>
            </a:endParaRPr>
          </a:p>
          <a:p>
            <a:r>
              <a:rPr lang="en-US" sz="1600" dirty="0">
                <a:latin typeface="Ubuntu"/>
                <a:ea typeface="Calibri"/>
                <a:cs typeface="Calibri"/>
              </a:rPr>
              <a:t>The commands provide comprehensive system intelligence</a:t>
            </a:r>
            <a:r>
              <a:rPr lang="en-US" sz="1600" dirty="0">
                <a:latin typeface="Ubuntu"/>
                <a:ea typeface="+mn-lt"/>
                <a:cs typeface="+mn-lt"/>
              </a:rPr>
              <a:t> </a:t>
            </a:r>
            <a:endParaRPr lang="en-US" sz="1600">
              <a:latin typeface="Ubuntu"/>
            </a:endParaRPr>
          </a:p>
          <a:p>
            <a:r>
              <a:rPr lang="en-US" sz="1600" err="1">
                <a:latin typeface="Ubuntu"/>
                <a:ea typeface="Calibri"/>
                <a:cs typeface="Calibri"/>
              </a:rPr>
              <a:t>Systeminfo</a:t>
            </a:r>
            <a:r>
              <a:rPr lang="en-US" sz="1600" dirty="0">
                <a:latin typeface="Ubuntu"/>
                <a:ea typeface="Calibri"/>
                <a:cs typeface="Calibri"/>
              </a:rPr>
              <a:t> reveals OS configuration, domain role, and system specifications</a:t>
            </a:r>
            <a:r>
              <a:rPr lang="en-US" sz="1600" dirty="0">
                <a:latin typeface="Ubuntu"/>
                <a:ea typeface="+mn-lt"/>
                <a:cs typeface="+mn-lt"/>
              </a:rPr>
              <a:t> </a:t>
            </a:r>
            <a:endParaRPr lang="en-US" sz="1600">
              <a:latin typeface="Ubuntu"/>
            </a:endParaRPr>
          </a:p>
          <a:p>
            <a:r>
              <a:rPr lang="en-US" sz="1600" dirty="0">
                <a:latin typeface="Ubuntu"/>
                <a:ea typeface="Calibri"/>
                <a:cs typeface="Calibri"/>
              </a:rPr>
              <a:t>wmic commands access deep system data including hotfixes and user accounts</a:t>
            </a:r>
            <a:r>
              <a:rPr lang="en-US" sz="1600" dirty="0">
                <a:latin typeface="Ubuntu"/>
                <a:ea typeface="+mn-lt"/>
                <a:cs typeface="+mn-lt"/>
              </a:rPr>
              <a:t> </a:t>
            </a:r>
            <a:endParaRPr lang="en-US" sz="1600">
              <a:latin typeface="Ubuntu"/>
            </a:endParaRPr>
          </a:p>
          <a:p>
            <a:r>
              <a:rPr lang="en-US" sz="1600" dirty="0">
                <a:latin typeface="Ubuntu"/>
                <a:ea typeface="Calibri"/>
                <a:cs typeface="Calibri"/>
              </a:rPr>
              <a:t>Network enumeration identifies listening services and potential attack surfaces</a:t>
            </a:r>
            <a:r>
              <a:rPr lang="en-US" sz="1600" dirty="0">
                <a:latin typeface="Ubuntu"/>
                <a:ea typeface="+mn-lt"/>
                <a:cs typeface="+mn-lt"/>
              </a:rPr>
              <a:t> </a:t>
            </a:r>
            <a:endParaRPr lang="en-US" sz="1600">
              <a:latin typeface="Ubuntu"/>
            </a:endParaRPr>
          </a:p>
          <a:p>
            <a:r>
              <a:rPr lang="en-US" sz="1600" dirty="0">
                <a:latin typeface="Ubuntu"/>
                <a:ea typeface="Calibri"/>
                <a:cs typeface="Calibri"/>
              </a:rPr>
              <a:t>Proper tool selection enables efficient security assessments</a:t>
            </a:r>
            <a:r>
              <a:rPr lang="en-US" sz="1600" dirty="0">
                <a:latin typeface="Ubuntu"/>
                <a:ea typeface="+mn-lt"/>
                <a:cs typeface="+mn-lt"/>
              </a:rPr>
              <a:t> </a:t>
            </a:r>
            <a:endParaRPr lang="en-US" sz="1600">
              <a:latin typeface="Ubuntu"/>
            </a:endParaRPr>
          </a:p>
          <a:p>
            <a:r>
              <a:rPr lang="en-US" sz="1600" dirty="0">
                <a:latin typeface="Ubuntu"/>
                <a:ea typeface="Calibri"/>
                <a:cs typeface="Calibri"/>
              </a:rPr>
              <a:t>Execution Methodology:</a:t>
            </a:r>
            <a:r>
              <a:rPr lang="en-US" sz="1600" dirty="0">
                <a:latin typeface="Ubuntu"/>
                <a:ea typeface="+mn-lt"/>
                <a:cs typeface="+mn-lt"/>
              </a:rPr>
              <a:t> </a:t>
            </a:r>
            <a:endParaRPr lang="en-US" sz="1600">
              <a:latin typeface="Ubuntu"/>
            </a:endParaRPr>
          </a:p>
          <a:p>
            <a:r>
              <a:rPr lang="en-US" sz="1600" dirty="0">
                <a:latin typeface="Ubuntu"/>
                <a:ea typeface="Calibri"/>
                <a:cs typeface="Calibri"/>
              </a:rPr>
              <a:t>Utilized Command Prompt and PowerShell for all enumeration</a:t>
            </a:r>
            <a:r>
              <a:rPr lang="en-US" sz="1600" dirty="0">
                <a:latin typeface="Ubuntu"/>
                <a:ea typeface="+mn-lt"/>
                <a:cs typeface="+mn-lt"/>
              </a:rPr>
              <a:t> </a:t>
            </a:r>
            <a:endParaRPr lang="en-US" sz="1600">
              <a:latin typeface="Ubuntu"/>
            </a:endParaRPr>
          </a:p>
          <a:p>
            <a:r>
              <a:rPr lang="en-US" sz="1600" dirty="0">
                <a:latin typeface="Ubuntu"/>
                <a:ea typeface="Calibri"/>
                <a:cs typeface="Calibri"/>
              </a:rPr>
              <a:t>Applied filtering techniques with findstr and find commands</a:t>
            </a:r>
            <a:r>
              <a:rPr lang="en-US" sz="1600" dirty="0">
                <a:latin typeface="Ubuntu"/>
                <a:ea typeface="+mn-lt"/>
                <a:cs typeface="+mn-lt"/>
              </a:rPr>
              <a:t> </a:t>
            </a:r>
            <a:endParaRPr lang="en-US" sz="1600">
              <a:latin typeface="Ubuntu"/>
            </a:endParaRPr>
          </a:p>
          <a:p>
            <a:r>
              <a:rPr lang="en-US" sz="1600" dirty="0">
                <a:latin typeface="Ubuntu"/>
                <a:ea typeface="Calibri"/>
                <a:cs typeface="Calibri"/>
              </a:rPr>
              <a:t>Implemented sorting and counting methods for data analysis</a:t>
            </a:r>
            <a:r>
              <a:rPr lang="en-US" sz="1600" dirty="0">
                <a:latin typeface="Ubuntu"/>
                <a:ea typeface="+mn-lt"/>
                <a:cs typeface="+mn-lt"/>
              </a:rPr>
              <a:t> </a:t>
            </a:r>
            <a:endParaRPr lang="en-US" sz="1600">
              <a:latin typeface="Ubuntu"/>
            </a:endParaRPr>
          </a:p>
          <a:p>
            <a:r>
              <a:rPr lang="en-US" sz="1600" dirty="0">
                <a:latin typeface="Ubuntu"/>
                <a:ea typeface="Calibri"/>
                <a:cs typeface="Calibri"/>
              </a:rPr>
              <a:t>Verified results through multiple command approaches</a:t>
            </a:r>
            <a:r>
              <a:rPr lang="en-US" sz="1600" dirty="0">
                <a:latin typeface="Ubuntu"/>
                <a:ea typeface="+mn-lt"/>
                <a:cs typeface="+mn-lt"/>
              </a:rPr>
              <a:t> </a:t>
            </a:r>
            <a:endParaRPr lang="en-US" sz="1600" dirty="0">
              <a:latin typeface="Ubuntu"/>
            </a:endParaRPr>
          </a:p>
          <a:p>
            <a:endParaRPr lang="en-US"/>
          </a:p>
          <a:p>
            <a:endParaRPr lang="en-US" sz="1100" dirty="0"/>
          </a:p>
          <a:p>
            <a:endParaRPr lang="en-US"/>
          </a:p>
          <a:p>
            <a:endParaRPr lang="en-US">
              <a:latin typeface="Aptos" panose="020B0004020202020204"/>
              <a:ea typeface="Calibri"/>
              <a:cs typeface="Calibri"/>
            </a:endParaRPr>
          </a:p>
          <a:p>
            <a:endParaRPr lang="en-US" sz="1100" dirty="0">
              <a:latin typeface="Calibri"/>
              <a:ea typeface="Calibri"/>
              <a:cs typeface="Calibri"/>
            </a:endParaRPr>
          </a:p>
        </p:txBody>
      </p:sp>
    </p:spTree>
    <p:extLst>
      <p:ext uri="{BB962C8B-B14F-4D97-AF65-F5344CB8AC3E}">
        <p14:creationId xmlns:p14="http://schemas.microsoft.com/office/powerpoint/2010/main" val="14787314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641EDE-0157-1650-5E06-329BEB72EC46}"/>
              </a:ext>
            </a:extLst>
          </p:cNvPr>
          <p:cNvSpPr>
            <a:spLocks noGrp="1"/>
          </p:cNvSpPr>
          <p:nvPr>
            <p:ph idx="1"/>
          </p:nvPr>
        </p:nvSpPr>
        <p:spPr/>
        <p:txBody>
          <a:bodyPr vert="horz" lIns="91440" tIns="45720" rIns="91440" bIns="45720" rtlCol="0" anchor="t">
            <a:normAutofit/>
          </a:bodyPr>
          <a:lstStyle/>
          <a:p>
            <a:pPr marL="0" indent="0">
              <a:buNone/>
            </a:pPr>
            <a:r>
              <a:rPr lang="en-US" sz="1600" dirty="0">
                <a:latin typeface="Ubuntu"/>
                <a:ea typeface="+mn-lt"/>
                <a:cs typeface="+mn-lt"/>
              </a:rPr>
              <a:t>Task Outcomes </a:t>
            </a:r>
            <a:endParaRPr lang="en-US" sz="1600">
              <a:latin typeface="Ubuntu"/>
            </a:endParaRPr>
          </a:p>
          <a:p>
            <a:r>
              <a:rPr lang="en-US" sz="1600" dirty="0">
                <a:latin typeface="Ubuntu"/>
                <a:ea typeface="+mn-lt"/>
                <a:cs typeface="+mn-lt"/>
              </a:rPr>
              <a:t>Identified  such Windows Server 2019 Domain Controller configuration  </a:t>
            </a:r>
          </a:p>
          <a:p>
            <a:r>
              <a:rPr lang="en-US" sz="1600" dirty="0">
                <a:latin typeface="Ubuntu"/>
                <a:ea typeface="+mn-lt"/>
                <a:cs typeface="+mn-lt"/>
              </a:rPr>
              <a:t>Documented 30 installed security hotfixes </a:t>
            </a:r>
          </a:p>
          <a:p>
            <a:r>
              <a:rPr lang="en-US" sz="1600" dirty="0">
                <a:latin typeface="Ubuntu"/>
                <a:ea typeface="+mn-lt"/>
                <a:cs typeface="+mn-lt"/>
              </a:rPr>
              <a:t> Mapped all listening TCP services and associated applications  </a:t>
            </a:r>
          </a:p>
          <a:p>
            <a:r>
              <a:rPr lang="en-US" sz="1600" dirty="0">
                <a:latin typeface="Ubuntu"/>
                <a:ea typeface="+mn-lt"/>
                <a:cs typeface="+mn-lt"/>
              </a:rPr>
              <a:t>Compiled comprehensive user account and login history  </a:t>
            </a:r>
          </a:p>
          <a:p>
            <a:r>
              <a:rPr lang="en-US" sz="1600" dirty="0">
                <a:latin typeface="Ubuntu"/>
                <a:ea typeface="+mn-lt"/>
                <a:cs typeface="+mn-lt"/>
              </a:rPr>
              <a:t>Established baseline system profile for security monitoring </a:t>
            </a:r>
          </a:p>
          <a:p>
            <a:r>
              <a:rPr lang="en-US" sz="1600" dirty="0">
                <a:latin typeface="Ubuntu"/>
                <a:ea typeface="+mn-lt"/>
                <a:cs typeface="+mn-lt"/>
              </a:rPr>
              <a:t> Demonstrated effective enumeration using only native </a:t>
            </a:r>
          </a:p>
          <a:p>
            <a:r>
              <a:rPr lang="en-US" sz="1600" dirty="0">
                <a:latin typeface="Ubuntu"/>
                <a:ea typeface="+mn-lt"/>
                <a:cs typeface="+mn-lt"/>
              </a:rPr>
              <a:t>Windows tools  </a:t>
            </a:r>
          </a:p>
          <a:p>
            <a:r>
              <a:rPr lang="en-US" sz="1600" dirty="0">
                <a:latin typeface="Ubuntu"/>
                <a:ea typeface="+mn-lt"/>
                <a:cs typeface="+mn-lt"/>
              </a:rPr>
              <a:t>The assessment confirmed that robust system enumeration can be performed entirely with built-in utilities, providing essential data for security hardening and compliance verification.</a:t>
            </a:r>
            <a:endParaRPr lang="en-US" sz="1600">
              <a:latin typeface="Ubuntu"/>
            </a:endParaRPr>
          </a:p>
        </p:txBody>
      </p:sp>
    </p:spTree>
    <p:extLst>
      <p:ext uri="{BB962C8B-B14F-4D97-AF65-F5344CB8AC3E}">
        <p14:creationId xmlns:p14="http://schemas.microsoft.com/office/powerpoint/2010/main" val="14271858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Enumeration </vt:lpstr>
      <vt:lpstr>Linux Enumeration</vt:lpstr>
      <vt:lpstr>Linux Enumeration</vt:lpstr>
      <vt:lpstr>PowerPoint Presentation</vt:lpstr>
      <vt:lpstr>Windows Enumeration</vt:lpstr>
      <vt:lpstr>DNS, SMB, and SNMP</vt:lpstr>
      <vt:lpstr>SMB</vt:lpstr>
      <vt:lpstr>SNMP</vt:lpstr>
      <vt:lpstr>More Tools for Windows</vt:lpstr>
      <vt:lpstr>Observations of seminar sessions</vt:lpstr>
      <vt:lpstr>General Information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429</cp:revision>
  <dcterms:created xsi:type="dcterms:W3CDTF">2025-11-07T09:53:14Z</dcterms:created>
  <dcterms:modified xsi:type="dcterms:W3CDTF">2025-11-07T20:02:06Z</dcterms:modified>
</cp:coreProperties>
</file>